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972800" cy="9144000"/>
  <p:notesSz cx="6858000" cy="9144000"/>
  <p:embeddedFontLst>
    <p:embeddedFont>
      <p:font typeface="Abril Fatface" panose="02000503000000020003" pitchFamily="2" charset="0"/>
      <p:regular r:id="rId12"/>
    </p:embeddedFont>
    <p:embeddedFont>
      <p:font typeface="Chewy" panose="020B0604020202020204" charset="0"/>
      <p:regular r:id="rId13"/>
    </p:embeddedFont>
    <p:embeddedFont>
      <p:font typeface="Georgia Pro Bold" panose="02040802050405020203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8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284008" y="6347415"/>
            <a:ext cx="1804367" cy="649572"/>
          </a:xfrm>
          <a:custGeom>
            <a:avLst/>
            <a:gdLst/>
            <a:ahLst/>
            <a:cxnLst/>
            <a:rect l="l" t="t" r="r" b="b"/>
            <a:pathLst>
              <a:path w="1804367" h="649572">
                <a:moveTo>
                  <a:pt x="0" y="0"/>
                </a:moveTo>
                <a:lnTo>
                  <a:pt x="1804368" y="0"/>
                </a:lnTo>
                <a:lnTo>
                  <a:pt x="1804368" y="649573"/>
                </a:lnTo>
                <a:lnTo>
                  <a:pt x="0" y="649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222006" y="1938249"/>
            <a:ext cx="3928372" cy="2392702"/>
          </a:xfrm>
          <a:custGeom>
            <a:avLst/>
            <a:gdLst/>
            <a:ahLst/>
            <a:cxnLst/>
            <a:rect l="l" t="t" r="r" b="b"/>
            <a:pathLst>
              <a:path w="3928372" h="2392702">
                <a:moveTo>
                  <a:pt x="0" y="0"/>
                </a:moveTo>
                <a:lnTo>
                  <a:pt x="3928372" y="0"/>
                </a:lnTo>
                <a:lnTo>
                  <a:pt x="3928372" y="2392702"/>
                </a:lnTo>
                <a:lnTo>
                  <a:pt x="0" y="2392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4" t="-40224" r="-6963" b="-45559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82661" y="223364"/>
            <a:ext cx="2028433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Propane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365" y="141766"/>
            <a:ext cx="382299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01.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99838" y="2123612"/>
            <a:ext cx="758309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C₃H₈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Propane</a:t>
            </a:r>
          </a:p>
          <a:p>
            <a:pPr algn="l">
              <a:lnSpc>
                <a:spcPts val="2519"/>
              </a:lnSpc>
            </a:pPr>
            <a:r>
              <a:rPr lang="en-US" sz="1799" b="1" dirty="0" err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</a:t>
            </a:r>
            <a:r>
              <a:rPr lang="en-US" sz="17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Name: Propane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09968" y="7050600"/>
            <a:ext cx="1823832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010842" y="6487400"/>
            <a:ext cx="2350699" cy="841978"/>
          </a:xfrm>
          <a:custGeom>
            <a:avLst/>
            <a:gdLst/>
            <a:ahLst/>
            <a:cxnLst/>
            <a:rect l="l" t="t" r="r" b="b"/>
            <a:pathLst>
              <a:path w="2350699" h="841978">
                <a:moveTo>
                  <a:pt x="0" y="0"/>
                </a:moveTo>
                <a:lnTo>
                  <a:pt x="2350700" y="0"/>
                </a:lnTo>
                <a:lnTo>
                  <a:pt x="2350700" y="841978"/>
                </a:lnTo>
                <a:lnTo>
                  <a:pt x="0" y="841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273283" y="1910376"/>
            <a:ext cx="3825819" cy="2434337"/>
          </a:xfrm>
          <a:custGeom>
            <a:avLst/>
            <a:gdLst/>
            <a:ahLst/>
            <a:cxnLst/>
            <a:rect l="l" t="t" r="r" b="b"/>
            <a:pathLst>
              <a:path w="3825819" h="2434337">
                <a:moveTo>
                  <a:pt x="0" y="0"/>
                </a:moveTo>
                <a:lnTo>
                  <a:pt x="3825818" y="0"/>
                </a:lnTo>
                <a:lnTo>
                  <a:pt x="3825818" y="2434337"/>
                </a:lnTo>
                <a:lnTo>
                  <a:pt x="0" y="2434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4" t="-40508" r="-6963" b="-37330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69475" y="299564"/>
            <a:ext cx="2054806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Ethanol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883" y="98586"/>
            <a:ext cx="474385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02.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Ethyl Alcohol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Ethanol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 46.0684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96130" y="2211528"/>
            <a:ext cx="966549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C₂H₆O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7364" y="6822000"/>
            <a:ext cx="4404081" cy="34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 rot="-10800000">
            <a:off x="7247728" y="5863784"/>
            <a:ext cx="1876928" cy="1801851"/>
          </a:xfrm>
          <a:custGeom>
            <a:avLst/>
            <a:gdLst/>
            <a:ahLst/>
            <a:cxnLst/>
            <a:rect l="l" t="t" r="r" b="b"/>
            <a:pathLst>
              <a:path w="1876928" h="1801851">
                <a:moveTo>
                  <a:pt x="0" y="0"/>
                </a:moveTo>
                <a:lnTo>
                  <a:pt x="1876928" y="0"/>
                </a:lnTo>
                <a:lnTo>
                  <a:pt x="1876928" y="1801851"/>
                </a:lnTo>
                <a:lnTo>
                  <a:pt x="0" y="1801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247290" y="1868133"/>
            <a:ext cx="3877803" cy="2391292"/>
          </a:xfrm>
          <a:custGeom>
            <a:avLst/>
            <a:gdLst/>
            <a:ahLst/>
            <a:cxnLst/>
            <a:rect l="l" t="t" r="r" b="b"/>
            <a:pathLst>
              <a:path w="3877803" h="2391292">
                <a:moveTo>
                  <a:pt x="0" y="0"/>
                </a:moveTo>
                <a:lnTo>
                  <a:pt x="3877804" y="0"/>
                </a:lnTo>
                <a:lnTo>
                  <a:pt x="3877804" y="2391292"/>
                </a:lnTo>
                <a:lnTo>
                  <a:pt x="0" y="2391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15" t="-43223" r="-7200" b="-46534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79417" y="299564"/>
            <a:ext cx="2034922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Acetone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621" y="98587"/>
            <a:ext cx="471647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03.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Acetone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Propan-2-one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58.0791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62211" y="2177938"/>
            <a:ext cx="966549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C₃H₆O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82458" y="6808075"/>
            <a:ext cx="1597700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6965424" y="5764375"/>
            <a:ext cx="2441535" cy="2139673"/>
          </a:xfrm>
          <a:custGeom>
            <a:avLst/>
            <a:gdLst/>
            <a:ahLst/>
            <a:cxnLst/>
            <a:rect l="l" t="t" r="r" b="b"/>
            <a:pathLst>
              <a:path w="2441535" h="2139673">
                <a:moveTo>
                  <a:pt x="0" y="0"/>
                </a:moveTo>
                <a:lnTo>
                  <a:pt x="2441535" y="0"/>
                </a:lnTo>
                <a:lnTo>
                  <a:pt x="2441535" y="2139673"/>
                </a:lnTo>
                <a:lnTo>
                  <a:pt x="0" y="2139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087030" y="1980588"/>
            <a:ext cx="4198323" cy="2259787"/>
          </a:xfrm>
          <a:custGeom>
            <a:avLst/>
            <a:gdLst/>
            <a:ahLst/>
            <a:cxnLst/>
            <a:rect l="l" t="t" r="r" b="b"/>
            <a:pathLst>
              <a:path w="4198323" h="2259787">
                <a:moveTo>
                  <a:pt x="0" y="0"/>
                </a:moveTo>
                <a:lnTo>
                  <a:pt x="4198324" y="0"/>
                </a:lnTo>
                <a:lnTo>
                  <a:pt x="4198324" y="2259787"/>
                </a:lnTo>
                <a:lnTo>
                  <a:pt x="0" y="2259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224" b="-45559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76811" y="299564"/>
            <a:ext cx="2840134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Acetic Acid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488" y="98586"/>
            <a:ext cx="477779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04.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Acetic Acid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Ethanoic Acid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60.0520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2260231" y="1968225"/>
            <a:ext cx="1042154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C₂H₄O₂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06569" y="6949363"/>
            <a:ext cx="1574831" cy="363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1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21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COOH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6672210" y="5824383"/>
            <a:ext cx="3027964" cy="1635100"/>
          </a:xfrm>
          <a:custGeom>
            <a:avLst/>
            <a:gdLst/>
            <a:ahLst/>
            <a:cxnLst/>
            <a:rect l="l" t="t" r="r" b="b"/>
            <a:pathLst>
              <a:path w="3027964" h="1635100">
                <a:moveTo>
                  <a:pt x="0" y="0"/>
                </a:moveTo>
                <a:lnTo>
                  <a:pt x="3027964" y="0"/>
                </a:lnTo>
                <a:lnTo>
                  <a:pt x="3027964" y="1635101"/>
                </a:lnTo>
                <a:lnTo>
                  <a:pt x="0" y="1635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117804" y="2106197"/>
            <a:ext cx="4136777" cy="2056806"/>
          </a:xfrm>
          <a:custGeom>
            <a:avLst/>
            <a:gdLst/>
            <a:ahLst/>
            <a:cxnLst/>
            <a:rect l="l" t="t" r="r" b="b"/>
            <a:pathLst>
              <a:path w="4136777" h="2056806">
                <a:moveTo>
                  <a:pt x="0" y="0"/>
                </a:moveTo>
                <a:lnTo>
                  <a:pt x="4136776" y="0"/>
                </a:lnTo>
                <a:lnTo>
                  <a:pt x="4136776" y="2056806"/>
                </a:lnTo>
                <a:lnTo>
                  <a:pt x="0" y="2056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14" t="-56431" r="-4291" b="-6542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98822" y="299564"/>
            <a:ext cx="3032619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Ethyl Acetate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930" y="98586"/>
            <a:ext cx="475338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05.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Ethyl Acetate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Ethyl Ethanoate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88.1051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2186606" y="2177938"/>
            <a:ext cx="1042154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C₄H₈O₂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42248" y="6808573"/>
            <a:ext cx="2553882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COOCH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1999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1999" b="1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422214" y="5962529"/>
            <a:ext cx="1527955" cy="1750782"/>
          </a:xfrm>
          <a:custGeom>
            <a:avLst/>
            <a:gdLst/>
            <a:ahLst/>
            <a:cxnLst/>
            <a:rect l="l" t="t" r="r" b="b"/>
            <a:pathLst>
              <a:path w="1527955" h="1750782">
                <a:moveTo>
                  <a:pt x="0" y="0"/>
                </a:moveTo>
                <a:lnTo>
                  <a:pt x="1527956" y="0"/>
                </a:lnTo>
                <a:lnTo>
                  <a:pt x="1527956" y="1750782"/>
                </a:lnTo>
                <a:lnTo>
                  <a:pt x="0" y="17507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716366" y="1496812"/>
            <a:ext cx="2939652" cy="2985653"/>
          </a:xfrm>
          <a:custGeom>
            <a:avLst/>
            <a:gdLst/>
            <a:ahLst/>
            <a:cxnLst/>
            <a:rect l="l" t="t" r="r" b="b"/>
            <a:pathLst>
              <a:path w="2939652" h="2985653">
                <a:moveTo>
                  <a:pt x="0" y="0"/>
                </a:moveTo>
                <a:lnTo>
                  <a:pt x="2939652" y="0"/>
                </a:lnTo>
                <a:lnTo>
                  <a:pt x="2939652" y="2985653"/>
                </a:lnTo>
                <a:lnTo>
                  <a:pt x="0" y="2985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99" t="-7648" r="-7344" b="-9856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07371" y="299564"/>
            <a:ext cx="2844122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Cyclohexane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906" y="98587"/>
            <a:ext cx="477362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06.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Cyclohexane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Cyclohexane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84.1595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629438" y="2160158"/>
            <a:ext cx="2303740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C₆H₁₂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0536" y="6773325"/>
            <a:ext cx="3417305" cy="350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616776" y="5764375"/>
            <a:ext cx="1138832" cy="1982145"/>
          </a:xfrm>
          <a:custGeom>
            <a:avLst/>
            <a:gdLst/>
            <a:ahLst/>
            <a:cxnLst/>
            <a:rect l="l" t="t" r="r" b="b"/>
            <a:pathLst>
              <a:path w="1138832" h="1982145">
                <a:moveTo>
                  <a:pt x="0" y="0"/>
                </a:moveTo>
                <a:lnTo>
                  <a:pt x="1138832" y="0"/>
                </a:lnTo>
                <a:lnTo>
                  <a:pt x="1138832" y="1982145"/>
                </a:lnTo>
                <a:lnTo>
                  <a:pt x="0" y="1982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779062" y="1790488"/>
            <a:ext cx="2884322" cy="2611299"/>
          </a:xfrm>
          <a:custGeom>
            <a:avLst/>
            <a:gdLst/>
            <a:ahLst/>
            <a:cxnLst/>
            <a:rect l="l" t="t" r="r" b="b"/>
            <a:pathLst>
              <a:path w="2884322" h="2611299">
                <a:moveTo>
                  <a:pt x="0" y="0"/>
                </a:moveTo>
                <a:lnTo>
                  <a:pt x="2884322" y="0"/>
                </a:lnTo>
                <a:lnTo>
                  <a:pt x="2884322" y="2611300"/>
                </a:lnTo>
                <a:lnTo>
                  <a:pt x="0" y="2611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012" b="-244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06013" y="299564"/>
            <a:ext cx="3218237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Cyclohexanone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740" y="98586"/>
            <a:ext cx="476528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07.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 Cyclohexanone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Cyclohexanone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 98.1430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2227965" y="1968225"/>
            <a:ext cx="1106686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C₆H₁₀O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8241" y="6809069"/>
            <a:ext cx="3321895" cy="341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</a:t>
            </a:r>
            <a:r>
              <a:rPr lang="en-US" sz="2099" baseline="-25000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</a:t>
            </a:r>
            <a:r>
              <a:rPr lang="en-US" sz="2099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6615701" y="6042854"/>
            <a:ext cx="3140983" cy="1644733"/>
          </a:xfrm>
          <a:custGeom>
            <a:avLst/>
            <a:gdLst/>
            <a:ahLst/>
            <a:cxnLst/>
            <a:rect l="l" t="t" r="r" b="b"/>
            <a:pathLst>
              <a:path w="3140983" h="1644733">
                <a:moveTo>
                  <a:pt x="0" y="0"/>
                </a:moveTo>
                <a:lnTo>
                  <a:pt x="3140982" y="0"/>
                </a:lnTo>
                <a:lnTo>
                  <a:pt x="3140982" y="1644733"/>
                </a:lnTo>
                <a:lnTo>
                  <a:pt x="0" y="1644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253008" y="1823423"/>
            <a:ext cx="3866368" cy="2521289"/>
          </a:xfrm>
          <a:custGeom>
            <a:avLst/>
            <a:gdLst/>
            <a:ahLst/>
            <a:cxnLst/>
            <a:rect l="l" t="t" r="r" b="b"/>
            <a:pathLst>
              <a:path w="3866368" h="2521289">
                <a:moveTo>
                  <a:pt x="0" y="0"/>
                </a:moveTo>
                <a:lnTo>
                  <a:pt x="3866368" y="0"/>
                </a:lnTo>
                <a:lnTo>
                  <a:pt x="3866368" y="2521290"/>
                </a:lnTo>
                <a:lnTo>
                  <a:pt x="0" y="252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61" t="-35186" r="-3721" b="-32856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48766" y="256384"/>
            <a:ext cx="3275268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Acetaminophen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036" y="98586"/>
            <a:ext cx="496629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08.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800397"/>
            <a:ext cx="4699356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Paracetamol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N- (4 hydroxyphenyl)acetamide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151.1626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44283" y="1970577"/>
            <a:ext cx="2874050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C₈H₉NO₂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8865" y="7056624"/>
            <a:ext cx="2564885" cy="337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HOC</a:t>
            </a:r>
            <a:r>
              <a:rPr lang="en-US" sz="19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6</a:t>
            </a:r>
            <a:r>
              <a:rPr lang="en-US" sz="19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H</a:t>
            </a:r>
            <a:r>
              <a:rPr lang="en-US" sz="19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4</a:t>
            </a:r>
            <a:r>
              <a:rPr lang="en-US" sz="19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NHCOCH</a:t>
            </a:r>
            <a:r>
              <a:rPr lang="en-US" sz="1999" baseline="-25000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295453" y="5554825"/>
            <a:ext cx="1841810" cy="2297042"/>
          </a:xfrm>
          <a:custGeom>
            <a:avLst/>
            <a:gdLst/>
            <a:ahLst/>
            <a:cxnLst/>
            <a:rect l="l" t="t" r="r" b="b"/>
            <a:pathLst>
              <a:path w="1841810" h="2297042">
                <a:moveTo>
                  <a:pt x="0" y="0"/>
                </a:moveTo>
                <a:lnTo>
                  <a:pt x="1841810" y="0"/>
                </a:lnTo>
                <a:lnTo>
                  <a:pt x="1841810" y="2297042"/>
                </a:lnTo>
                <a:lnTo>
                  <a:pt x="0" y="2297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796223" y="1599102"/>
            <a:ext cx="2779938" cy="2883363"/>
          </a:xfrm>
          <a:custGeom>
            <a:avLst/>
            <a:gdLst/>
            <a:ahLst/>
            <a:cxnLst/>
            <a:rect l="l" t="t" r="r" b="b"/>
            <a:pathLst>
              <a:path w="2779938" h="2883363">
                <a:moveTo>
                  <a:pt x="0" y="0"/>
                </a:moveTo>
                <a:lnTo>
                  <a:pt x="2779938" y="0"/>
                </a:lnTo>
                <a:lnTo>
                  <a:pt x="2779938" y="2883363"/>
                </a:lnTo>
                <a:lnTo>
                  <a:pt x="0" y="2883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10" t="-1722" r="-5065" b="-527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84410" y="256384"/>
            <a:ext cx="2061443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Aspirin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156" y="98586"/>
            <a:ext cx="476112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09.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Aspirin/ Acetylsalicylic acid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2-Acetoxybenzoic Acid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180.1574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2101461" y="1968225"/>
            <a:ext cx="1359694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C₉H₈O₄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02605" y="6990953"/>
            <a:ext cx="2675215" cy="33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CH₃COOC₆H₄COOH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B1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268" y="1087600"/>
            <a:ext cx="4404081" cy="1837450"/>
            <a:chOff x="0" y="0"/>
            <a:chExt cx="30662486" cy="12792858"/>
          </a:xfrm>
        </p:grpSpPr>
        <p:sp>
          <p:nvSpPr>
            <p:cNvPr id="3" name="Freeform 3"/>
            <p:cNvSpPr/>
            <p:nvPr/>
          </p:nvSpPr>
          <p:spPr>
            <a:xfrm>
              <a:off x="72390" y="72390"/>
              <a:ext cx="30517706" cy="12648079"/>
            </a:xfrm>
            <a:custGeom>
              <a:avLst/>
              <a:gdLst/>
              <a:ahLst/>
              <a:cxnLst/>
              <a:rect l="l" t="t" r="r" b="b"/>
              <a:pathLst>
                <a:path w="30517706" h="12648079">
                  <a:moveTo>
                    <a:pt x="0" y="0"/>
                  </a:moveTo>
                  <a:lnTo>
                    <a:pt x="30517706" y="0"/>
                  </a:lnTo>
                  <a:lnTo>
                    <a:pt x="30517706" y="12648079"/>
                  </a:lnTo>
                  <a:lnTo>
                    <a:pt x="0" y="12648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0662485" cy="12792859"/>
            </a:xfrm>
            <a:custGeom>
              <a:avLst/>
              <a:gdLst/>
              <a:ahLst/>
              <a:cxnLst/>
              <a:rect l="l" t="t" r="r" b="b"/>
              <a:pathLst>
                <a:path w="30662485" h="12792859">
                  <a:moveTo>
                    <a:pt x="30517706" y="12648078"/>
                  </a:moveTo>
                  <a:lnTo>
                    <a:pt x="30662485" y="12648078"/>
                  </a:lnTo>
                  <a:lnTo>
                    <a:pt x="30662485" y="12792859"/>
                  </a:lnTo>
                  <a:lnTo>
                    <a:pt x="30517706" y="12792859"/>
                  </a:lnTo>
                  <a:lnTo>
                    <a:pt x="30517706" y="126480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648078"/>
                  </a:lnTo>
                  <a:lnTo>
                    <a:pt x="0" y="12648078"/>
                  </a:lnTo>
                  <a:lnTo>
                    <a:pt x="0" y="144780"/>
                  </a:lnTo>
                  <a:close/>
                  <a:moveTo>
                    <a:pt x="0" y="12648078"/>
                  </a:moveTo>
                  <a:lnTo>
                    <a:pt x="144780" y="12648078"/>
                  </a:lnTo>
                  <a:lnTo>
                    <a:pt x="144780" y="12792859"/>
                  </a:lnTo>
                  <a:lnTo>
                    <a:pt x="0" y="12792859"/>
                  </a:lnTo>
                  <a:lnTo>
                    <a:pt x="0" y="1264807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2648078"/>
                  </a:lnTo>
                  <a:lnTo>
                    <a:pt x="30517706" y="12648078"/>
                  </a:lnTo>
                  <a:lnTo>
                    <a:pt x="30517706" y="144780"/>
                  </a:lnTo>
                  <a:close/>
                  <a:moveTo>
                    <a:pt x="144780" y="12648078"/>
                  </a:moveTo>
                  <a:lnTo>
                    <a:pt x="30517706" y="12648078"/>
                  </a:lnTo>
                  <a:lnTo>
                    <a:pt x="30517706" y="12792859"/>
                  </a:lnTo>
                  <a:lnTo>
                    <a:pt x="144780" y="12792859"/>
                  </a:lnTo>
                  <a:lnTo>
                    <a:pt x="144780" y="1264807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984152" y="1087600"/>
            <a:ext cx="4404081" cy="3484400"/>
            <a:chOff x="0" y="0"/>
            <a:chExt cx="30662486" cy="24259401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79268" y="5764375"/>
            <a:ext cx="4404081" cy="2465225"/>
            <a:chOff x="0" y="0"/>
            <a:chExt cx="30662486" cy="17163609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30517706" cy="17018829"/>
            </a:xfrm>
            <a:custGeom>
              <a:avLst/>
              <a:gdLst/>
              <a:ahLst/>
              <a:cxnLst/>
              <a:rect l="l" t="t" r="r" b="b"/>
              <a:pathLst>
                <a:path w="30517706" h="17018829">
                  <a:moveTo>
                    <a:pt x="0" y="0"/>
                  </a:moveTo>
                  <a:lnTo>
                    <a:pt x="30517706" y="0"/>
                  </a:lnTo>
                  <a:lnTo>
                    <a:pt x="30517706" y="17018829"/>
                  </a:lnTo>
                  <a:lnTo>
                    <a:pt x="0" y="17018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0662485" cy="17163610"/>
            </a:xfrm>
            <a:custGeom>
              <a:avLst/>
              <a:gdLst/>
              <a:ahLst/>
              <a:cxnLst/>
              <a:rect l="l" t="t" r="r" b="b"/>
              <a:pathLst>
                <a:path w="30662485" h="17163610">
                  <a:moveTo>
                    <a:pt x="30517706" y="17018829"/>
                  </a:moveTo>
                  <a:lnTo>
                    <a:pt x="30662485" y="17018829"/>
                  </a:lnTo>
                  <a:lnTo>
                    <a:pt x="30662485" y="17163610"/>
                  </a:lnTo>
                  <a:lnTo>
                    <a:pt x="30517706" y="17163610"/>
                  </a:lnTo>
                  <a:lnTo>
                    <a:pt x="30517706" y="1701882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018829"/>
                  </a:lnTo>
                  <a:lnTo>
                    <a:pt x="0" y="17018829"/>
                  </a:lnTo>
                  <a:lnTo>
                    <a:pt x="0" y="144780"/>
                  </a:lnTo>
                  <a:close/>
                  <a:moveTo>
                    <a:pt x="0" y="17018829"/>
                  </a:moveTo>
                  <a:lnTo>
                    <a:pt x="144780" y="17018829"/>
                  </a:lnTo>
                  <a:lnTo>
                    <a:pt x="144780" y="17163610"/>
                  </a:lnTo>
                  <a:lnTo>
                    <a:pt x="0" y="17163610"/>
                  </a:lnTo>
                  <a:lnTo>
                    <a:pt x="0" y="17018829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7018829"/>
                  </a:lnTo>
                  <a:lnTo>
                    <a:pt x="30517706" y="17018829"/>
                  </a:lnTo>
                  <a:lnTo>
                    <a:pt x="30517706" y="144780"/>
                  </a:lnTo>
                  <a:close/>
                  <a:moveTo>
                    <a:pt x="144780" y="17018829"/>
                  </a:moveTo>
                  <a:lnTo>
                    <a:pt x="30517706" y="17018829"/>
                  </a:lnTo>
                  <a:lnTo>
                    <a:pt x="30517706" y="17163610"/>
                  </a:lnTo>
                  <a:lnTo>
                    <a:pt x="144780" y="17163610"/>
                  </a:lnTo>
                  <a:lnTo>
                    <a:pt x="144780" y="17018829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984152" y="4745200"/>
            <a:ext cx="4404081" cy="3484400"/>
            <a:chOff x="0" y="0"/>
            <a:chExt cx="30662486" cy="24259401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30517706" cy="24114620"/>
            </a:xfrm>
            <a:custGeom>
              <a:avLst/>
              <a:gdLst/>
              <a:ahLst/>
              <a:cxnLst/>
              <a:rect l="l" t="t" r="r" b="b"/>
              <a:pathLst>
                <a:path w="30517706" h="24114620">
                  <a:moveTo>
                    <a:pt x="0" y="0"/>
                  </a:moveTo>
                  <a:lnTo>
                    <a:pt x="30517706" y="0"/>
                  </a:lnTo>
                  <a:lnTo>
                    <a:pt x="30517706" y="24114620"/>
                  </a:lnTo>
                  <a:lnTo>
                    <a:pt x="0" y="2411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0662485" cy="24259400"/>
            </a:xfrm>
            <a:custGeom>
              <a:avLst/>
              <a:gdLst/>
              <a:ahLst/>
              <a:cxnLst/>
              <a:rect l="l" t="t" r="r" b="b"/>
              <a:pathLst>
                <a:path w="30662485" h="24259400">
                  <a:moveTo>
                    <a:pt x="30517706" y="24114621"/>
                  </a:moveTo>
                  <a:lnTo>
                    <a:pt x="30662485" y="24114621"/>
                  </a:lnTo>
                  <a:lnTo>
                    <a:pt x="30662485" y="24259400"/>
                  </a:lnTo>
                  <a:lnTo>
                    <a:pt x="30517706" y="24259400"/>
                  </a:lnTo>
                  <a:lnTo>
                    <a:pt x="30517706" y="2411462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114621"/>
                  </a:lnTo>
                  <a:lnTo>
                    <a:pt x="0" y="24114621"/>
                  </a:lnTo>
                  <a:lnTo>
                    <a:pt x="0" y="144780"/>
                  </a:lnTo>
                  <a:close/>
                  <a:moveTo>
                    <a:pt x="0" y="24114621"/>
                  </a:moveTo>
                  <a:lnTo>
                    <a:pt x="144780" y="24114621"/>
                  </a:lnTo>
                  <a:lnTo>
                    <a:pt x="144780" y="24259400"/>
                  </a:lnTo>
                  <a:lnTo>
                    <a:pt x="0" y="24259400"/>
                  </a:lnTo>
                  <a:lnTo>
                    <a:pt x="0" y="24114621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24114621"/>
                  </a:lnTo>
                  <a:lnTo>
                    <a:pt x="30517706" y="24114621"/>
                  </a:lnTo>
                  <a:lnTo>
                    <a:pt x="30517706" y="144780"/>
                  </a:lnTo>
                  <a:close/>
                  <a:moveTo>
                    <a:pt x="144780" y="24114621"/>
                  </a:moveTo>
                  <a:lnTo>
                    <a:pt x="30517706" y="24114621"/>
                  </a:lnTo>
                  <a:lnTo>
                    <a:pt x="30517706" y="24259400"/>
                  </a:lnTo>
                  <a:lnTo>
                    <a:pt x="144780" y="24259400"/>
                  </a:lnTo>
                  <a:lnTo>
                    <a:pt x="144780" y="24114621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79268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96878" y="8347496"/>
            <a:ext cx="804133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same connectivity confirmed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10506" y="8441269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9573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6"/>
                </a:lnTo>
                <a:lnTo>
                  <a:pt x="0" y="23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278624" y="8401050"/>
            <a:ext cx="236508" cy="237697"/>
          </a:xfrm>
          <a:custGeom>
            <a:avLst/>
            <a:gdLst/>
            <a:ahLst/>
            <a:cxnLst/>
            <a:rect l="l" t="t" r="r" b="b"/>
            <a:pathLst>
              <a:path w="236508" h="237697">
                <a:moveTo>
                  <a:pt x="0" y="0"/>
                </a:moveTo>
                <a:lnTo>
                  <a:pt x="236508" y="0"/>
                </a:lnTo>
                <a:lnTo>
                  <a:pt x="236508" y="237697"/>
                </a:lnTo>
                <a:lnTo>
                  <a:pt x="0" y="23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79268" y="3134600"/>
            <a:ext cx="4404081" cy="2420225"/>
            <a:chOff x="0" y="0"/>
            <a:chExt cx="30662486" cy="16850308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30517706" cy="16705529"/>
            </a:xfrm>
            <a:custGeom>
              <a:avLst/>
              <a:gdLst/>
              <a:ahLst/>
              <a:cxnLst/>
              <a:rect l="l" t="t" r="r" b="b"/>
              <a:pathLst>
                <a:path w="30517706" h="16705529">
                  <a:moveTo>
                    <a:pt x="0" y="0"/>
                  </a:moveTo>
                  <a:lnTo>
                    <a:pt x="30517706" y="0"/>
                  </a:lnTo>
                  <a:lnTo>
                    <a:pt x="30517706" y="16705529"/>
                  </a:lnTo>
                  <a:lnTo>
                    <a:pt x="0" y="16705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0662485" cy="16850308"/>
            </a:xfrm>
            <a:custGeom>
              <a:avLst/>
              <a:gdLst/>
              <a:ahLst/>
              <a:cxnLst/>
              <a:rect l="l" t="t" r="r" b="b"/>
              <a:pathLst>
                <a:path w="30662485" h="16850308">
                  <a:moveTo>
                    <a:pt x="30517706" y="16705528"/>
                  </a:moveTo>
                  <a:lnTo>
                    <a:pt x="30662485" y="16705528"/>
                  </a:lnTo>
                  <a:lnTo>
                    <a:pt x="30662485" y="16850308"/>
                  </a:lnTo>
                  <a:lnTo>
                    <a:pt x="30517706" y="16850308"/>
                  </a:lnTo>
                  <a:lnTo>
                    <a:pt x="30517706" y="1670552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705528"/>
                  </a:lnTo>
                  <a:lnTo>
                    <a:pt x="0" y="16705528"/>
                  </a:lnTo>
                  <a:lnTo>
                    <a:pt x="0" y="144780"/>
                  </a:lnTo>
                  <a:close/>
                  <a:moveTo>
                    <a:pt x="0" y="16705528"/>
                  </a:moveTo>
                  <a:lnTo>
                    <a:pt x="144780" y="16705528"/>
                  </a:lnTo>
                  <a:lnTo>
                    <a:pt x="144780" y="16850308"/>
                  </a:lnTo>
                  <a:lnTo>
                    <a:pt x="0" y="16850308"/>
                  </a:lnTo>
                  <a:lnTo>
                    <a:pt x="0" y="16705528"/>
                  </a:lnTo>
                  <a:close/>
                  <a:moveTo>
                    <a:pt x="30517706" y="144780"/>
                  </a:moveTo>
                  <a:lnTo>
                    <a:pt x="30662485" y="144780"/>
                  </a:lnTo>
                  <a:lnTo>
                    <a:pt x="30662485" y="16705528"/>
                  </a:lnTo>
                  <a:lnTo>
                    <a:pt x="30517706" y="16705528"/>
                  </a:lnTo>
                  <a:lnTo>
                    <a:pt x="30517706" y="144780"/>
                  </a:lnTo>
                  <a:close/>
                  <a:moveTo>
                    <a:pt x="144780" y="16705528"/>
                  </a:moveTo>
                  <a:lnTo>
                    <a:pt x="30517706" y="16705528"/>
                  </a:lnTo>
                  <a:lnTo>
                    <a:pt x="30517706" y="16850308"/>
                  </a:lnTo>
                  <a:lnTo>
                    <a:pt x="144780" y="16850308"/>
                  </a:lnTo>
                  <a:lnTo>
                    <a:pt x="144780" y="16705528"/>
                  </a:lnTo>
                  <a:close/>
                  <a:moveTo>
                    <a:pt x="30517706" y="0"/>
                  </a:moveTo>
                  <a:lnTo>
                    <a:pt x="30662485" y="0"/>
                  </a:lnTo>
                  <a:lnTo>
                    <a:pt x="30662485" y="144780"/>
                  </a:lnTo>
                  <a:lnTo>
                    <a:pt x="30517706" y="144780"/>
                  </a:lnTo>
                  <a:lnTo>
                    <a:pt x="3051770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0517706" y="0"/>
                  </a:lnTo>
                  <a:lnTo>
                    <a:pt x="3051770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107094" y="5764375"/>
            <a:ext cx="2158195" cy="2060095"/>
          </a:xfrm>
          <a:custGeom>
            <a:avLst/>
            <a:gdLst/>
            <a:ahLst/>
            <a:cxnLst/>
            <a:rect l="l" t="t" r="r" b="b"/>
            <a:pathLst>
              <a:path w="2158195" h="2060095">
                <a:moveTo>
                  <a:pt x="0" y="0"/>
                </a:moveTo>
                <a:lnTo>
                  <a:pt x="2158196" y="0"/>
                </a:lnTo>
                <a:lnTo>
                  <a:pt x="2158196" y="2060096"/>
                </a:lnTo>
                <a:lnTo>
                  <a:pt x="0" y="2060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551635" y="1651656"/>
            <a:ext cx="3269115" cy="2830809"/>
          </a:xfrm>
          <a:custGeom>
            <a:avLst/>
            <a:gdLst/>
            <a:ahLst/>
            <a:cxnLst/>
            <a:rect l="l" t="t" r="r" b="b"/>
            <a:pathLst>
              <a:path w="3269115" h="2830809">
                <a:moveTo>
                  <a:pt x="0" y="0"/>
                </a:moveTo>
                <a:lnTo>
                  <a:pt x="3269114" y="0"/>
                </a:lnTo>
                <a:lnTo>
                  <a:pt x="3269114" y="2830809"/>
                </a:lnTo>
                <a:lnTo>
                  <a:pt x="0" y="2830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245" r="-2297" b="-5890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35121" y="1193337"/>
            <a:ext cx="1902142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Lewis Structure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268" y="5816159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Condensed Structural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9268" y="1193337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Molecular Formula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4152" y="4970942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Bond-Line Formula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97780" y="299564"/>
            <a:ext cx="1967716" cy="52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Caffeine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042" y="98586"/>
            <a:ext cx="319158" cy="378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10.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61016" y="8362950"/>
            <a:ext cx="152233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valence checked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651" y="8379460"/>
            <a:ext cx="182653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atom count verified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432" y="8372261"/>
            <a:ext cx="17848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bond order checked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268" y="3278893"/>
            <a:ext cx="4404081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B7A181"/>
                </a:solidFill>
                <a:latin typeface="Chewy"/>
                <a:ea typeface="Chewy"/>
                <a:cs typeface="Chewy"/>
                <a:sym typeface="Chewy"/>
              </a:rPr>
              <a:t>Compound Identity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7522" y="3905535"/>
            <a:ext cx="4404081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Common Name: </a:t>
            </a:r>
          </a:p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Iupac Name: 1,3,7-Trimethyl-3,7-dihydro-1H-purine-2,6-dione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Molecular Weight: 194.1906 g/mol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1638" y="44538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835098" y="2160158"/>
            <a:ext cx="162591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C₈H₁₀N₄O₂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76290" y="6917200"/>
            <a:ext cx="2685798" cy="341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eorgia Pro Bold" panose="02040802050405020203" charset="0"/>
                <a:ea typeface="Georgia Pro"/>
                <a:cs typeface="Georgia Pro"/>
                <a:sym typeface="Georgia Pro"/>
              </a:rPr>
              <a:t>CH₃CH₃C₆H₄N₄O₂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513</Words>
  <Application>Microsoft Office PowerPoint</Application>
  <PresentationFormat>Custom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Abril Fatface</vt:lpstr>
      <vt:lpstr>Chewy</vt:lpstr>
      <vt:lpstr>Georgia Pro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Lewis Structure</dc:title>
  <cp:lastModifiedBy>Tresha Mae Madrid</cp:lastModifiedBy>
  <cp:revision>2</cp:revision>
  <dcterms:created xsi:type="dcterms:W3CDTF">2006-08-16T00:00:00Z</dcterms:created>
  <dcterms:modified xsi:type="dcterms:W3CDTF">2026-10-16T15:03:44Z</dcterms:modified>
  <dc:identifier>DAHXntrukIA</dc:identifier>
</cp:coreProperties>
</file>