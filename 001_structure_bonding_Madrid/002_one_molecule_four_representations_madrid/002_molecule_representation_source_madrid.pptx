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972800" cy="9144000"/>
  <p:notesSz cx="6858000" cy="9144000"/>
  <p:embeddedFontLst>
    <p:embeddedFont>
      <p:font typeface="Abril Fatface" panose="02000503000000020003" pitchFamily="2" charset="0"/>
      <p:regular r:id="rId12"/>
    </p:embeddedFont>
    <p:embeddedFont>
      <p:font typeface="Chewy" panose="020B0604020202020204" charset="0"/>
      <p:regular r:id="rId13"/>
    </p:embeddedFont>
    <p:embeddedFont>
      <p:font typeface="Georgia Pro" panose="02040502050405020303" pitchFamily="18" charset="0"/>
      <p:regular r:id="rId14"/>
    </p:embeddedFont>
    <p:embeddedFont>
      <p:font typeface="Georgia Pr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181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427708"/>
            <a:ext cx="4404081" cy="3146042"/>
            <a:chOff x="0" y="0"/>
            <a:chExt cx="30662486" cy="21903654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21758874"/>
            </a:xfrm>
            <a:custGeom>
              <a:avLst/>
              <a:gdLst/>
              <a:ahLst/>
              <a:cxnLst/>
              <a:rect l="l" t="t" r="r" b="b"/>
              <a:pathLst>
                <a:path w="30517706" h="21758874">
                  <a:moveTo>
                    <a:pt x="0" y="0"/>
                  </a:moveTo>
                  <a:lnTo>
                    <a:pt x="30517706" y="0"/>
                  </a:lnTo>
                  <a:lnTo>
                    <a:pt x="30517706" y="21758874"/>
                  </a:lnTo>
                  <a:lnTo>
                    <a:pt x="0" y="217588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21903654"/>
            </a:xfrm>
            <a:custGeom>
              <a:avLst/>
              <a:gdLst/>
              <a:ahLst/>
              <a:cxnLst/>
              <a:rect l="l" t="t" r="r" b="b"/>
              <a:pathLst>
                <a:path w="30662485" h="21903654">
                  <a:moveTo>
                    <a:pt x="30517706" y="21758875"/>
                  </a:moveTo>
                  <a:lnTo>
                    <a:pt x="30662485" y="21758875"/>
                  </a:lnTo>
                  <a:lnTo>
                    <a:pt x="30662485" y="21903654"/>
                  </a:lnTo>
                  <a:lnTo>
                    <a:pt x="30517706" y="21903654"/>
                  </a:lnTo>
                  <a:lnTo>
                    <a:pt x="30517706" y="2175887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758875"/>
                  </a:lnTo>
                  <a:lnTo>
                    <a:pt x="0" y="21758875"/>
                  </a:lnTo>
                  <a:lnTo>
                    <a:pt x="0" y="144780"/>
                  </a:lnTo>
                  <a:close/>
                  <a:moveTo>
                    <a:pt x="0" y="21758875"/>
                  </a:moveTo>
                  <a:lnTo>
                    <a:pt x="144780" y="21758875"/>
                  </a:lnTo>
                  <a:lnTo>
                    <a:pt x="144780" y="21903654"/>
                  </a:lnTo>
                  <a:lnTo>
                    <a:pt x="0" y="21903654"/>
                  </a:lnTo>
                  <a:lnTo>
                    <a:pt x="0" y="21758875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758875"/>
                  </a:lnTo>
                  <a:lnTo>
                    <a:pt x="30517706" y="21758875"/>
                  </a:lnTo>
                  <a:lnTo>
                    <a:pt x="30517706" y="144780"/>
                  </a:lnTo>
                  <a:close/>
                  <a:moveTo>
                    <a:pt x="144780" y="21758875"/>
                  </a:moveTo>
                  <a:lnTo>
                    <a:pt x="30517706" y="21758875"/>
                  </a:lnTo>
                  <a:lnTo>
                    <a:pt x="30517706" y="21903654"/>
                  </a:lnTo>
                  <a:lnTo>
                    <a:pt x="144780" y="21903654"/>
                  </a:lnTo>
                  <a:lnTo>
                    <a:pt x="144780" y="21758875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427708"/>
            <a:ext cx="4404081" cy="3144292"/>
            <a:chOff x="0" y="0"/>
            <a:chExt cx="30662486" cy="21891469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1746689"/>
            </a:xfrm>
            <a:custGeom>
              <a:avLst/>
              <a:gdLst/>
              <a:ahLst/>
              <a:cxnLst/>
              <a:rect l="l" t="t" r="r" b="b"/>
              <a:pathLst>
                <a:path w="30517706" h="21746689">
                  <a:moveTo>
                    <a:pt x="0" y="0"/>
                  </a:moveTo>
                  <a:lnTo>
                    <a:pt x="30517706" y="0"/>
                  </a:lnTo>
                  <a:lnTo>
                    <a:pt x="30517706" y="21746689"/>
                  </a:lnTo>
                  <a:lnTo>
                    <a:pt x="0" y="217466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1891468"/>
            </a:xfrm>
            <a:custGeom>
              <a:avLst/>
              <a:gdLst/>
              <a:ahLst/>
              <a:cxnLst/>
              <a:rect l="l" t="t" r="r" b="b"/>
              <a:pathLst>
                <a:path w="30662485" h="21891468">
                  <a:moveTo>
                    <a:pt x="30517706" y="21746690"/>
                  </a:moveTo>
                  <a:lnTo>
                    <a:pt x="30662485" y="21746690"/>
                  </a:lnTo>
                  <a:lnTo>
                    <a:pt x="30662485" y="21891468"/>
                  </a:lnTo>
                  <a:lnTo>
                    <a:pt x="30517706" y="21891468"/>
                  </a:lnTo>
                  <a:lnTo>
                    <a:pt x="30517706" y="2174669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746690"/>
                  </a:lnTo>
                  <a:lnTo>
                    <a:pt x="0" y="21746690"/>
                  </a:lnTo>
                  <a:lnTo>
                    <a:pt x="0" y="144780"/>
                  </a:lnTo>
                  <a:close/>
                  <a:moveTo>
                    <a:pt x="0" y="21746690"/>
                  </a:moveTo>
                  <a:lnTo>
                    <a:pt x="144780" y="21746690"/>
                  </a:lnTo>
                  <a:lnTo>
                    <a:pt x="144780" y="21891468"/>
                  </a:lnTo>
                  <a:lnTo>
                    <a:pt x="0" y="21891468"/>
                  </a:lnTo>
                  <a:lnTo>
                    <a:pt x="0" y="21746690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746690"/>
                  </a:lnTo>
                  <a:lnTo>
                    <a:pt x="30517706" y="21746690"/>
                  </a:lnTo>
                  <a:lnTo>
                    <a:pt x="30517706" y="144780"/>
                  </a:lnTo>
                  <a:close/>
                  <a:moveTo>
                    <a:pt x="144780" y="21746690"/>
                  </a:moveTo>
                  <a:lnTo>
                    <a:pt x="30517706" y="21746690"/>
                  </a:lnTo>
                  <a:lnTo>
                    <a:pt x="30517706" y="21891468"/>
                  </a:lnTo>
                  <a:lnTo>
                    <a:pt x="144780" y="21891468"/>
                  </a:lnTo>
                  <a:lnTo>
                    <a:pt x="144780" y="21746690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4745200"/>
            <a:ext cx="4404081" cy="3484400"/>
            <a:chOff x="0" y="0"/>
            <a:chExt cx="30662486" cy="24259401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284008" y="6347415"/>
            <a:ext cx="1804367" cy="649572"/>
          </a:xfrm>
          <a:custGeom>
            <a:avLst/>
            <a:gdLst/>
            <a:ahLst/>
            <a:cxnLst/>
            <a:rect l="l" t="t" r="r" b="b"/>
            <a:pathLst>
              <a:path w="1804367" h="649572">
                <a:moveTo>
                  <a:pt x="0" y="0"/>
                </a:moveTo>
                <a:lnTo>
                  <a:pt x="1804368" y="0"/>
                </a:lnTo>
                <a:lnTo>
                  <a:pt x="1804368" y="649573"/>
                </a:lnTo>
                <a:lnTo>
                  <a:pt x="0" y="6495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222006" y="1938249"/>
            <a:ext cx="3928372" cy="2392702"/>
          </a:xfrm>
          <a:custGeom>
            <a:avLst/>
            <a:gdLst/>
            <a:ahLst/>
            <a:cxnLst/>
            <a:rect l="l" t="t" r="r" b="b"/>
            <a:pathLst>
              <a:path w="3928372" h="2392702">
                <a:moveTo>
                  <a:pt x="0" y="0"/>
                </a:moveTo>
                <a:lnTo>
                  <a:pt x="3928372" y="0"/>
                </a:lnTo>
                <a:lnTo>
                  <a:pt x="3928372" y="2392702"/>
                </a:lnTo>
                <a:lnTo>
                  <a:pt x="0" y="2392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94" t="-40224" r="-6963" b="-45559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53992" y="8385596"/>
            <a:ext cx="286036" cy="293370"/>
          </a:xfrm>
          <a:custGeom>
            <a:avLst/>
            <a:gdLst/>
            <a:ahLst/>
            <a:cxnLst/>
            <a:rect l="l" t="t" r="r" b="b"/>
            <a:pathLst>
              <a:path w="286036" h="293370">
                <a:moveTo>
                  <a:pt x="0" y="0"/>
                </a:moveTo>
                <a:lnTo>
                  <a:pt x="286036" y="0"/>
                </a:lnTo>
                <a:lnTo>
                  <a:pt x="286036" y="293370"/>
                </a:lnTo>
                <a:lnTo>
                  <a:pt x="0" y="2933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888769" y="1557941"/>
            <a:ext cx="2213679" cy="414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9268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7149" y="151019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82661" y="223364"/>
            <a:ext cx="2028433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Propane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7366" y="141766"/>
            <a:ext cx="409783" cy="38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01.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186074" y="2662400"/>
            <a:ext cx="985838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C₃H₈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461016" y="706600"/>
            <a:ext cx="41276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Propane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Propane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49874" y="6435982"/>
            <a:ext cx="2388726" cy="405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</a:p>
        </p:txBody>
      </p:sp>
      <p:sp>
        <p:nvSpPr>
          <p:cNvPr id="34" name="Freeform 34"/>
          <p:cNvSpPr/>
          <p:nvPr/>
        </p:nvSpPr>
        <p:spPr>
          <a:xfrm>
            <a:off x="5278624" y="8345376"/>
            <a:ext cx="286036" cy="293370"/>
          </a:xfrm>
          <a:custGeom>
            <a:avLst/>
            <a:gdLst/>
            <a:ahLst/>
            <a:cxnLst/>
            <a:rect l="l" t="t" r="r" b="b"/>
            <a:pathLst>
              <a:path w="286036" h="293370">
                <a:moveTo>
                  <a:pt x="0" y="0"/>
                </a:moveTo>
                <a:lnTo>
                  <a:pt x="286036" y="0"/>
                </a:lnTo>
                <a:lnTo>
                  <a:pt x="286036" y="293371"/>
                </a:lnTo>
                <a:lnTo>
                  <a:pt x="0" y="293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3110506" y="8392795"/>
            <a:ext cx="286036" cy="293370"/>
          </a:xfrm>
          <a:custGeom>
            <a:avLst/>
            <a:gdLst/>
            <a:ahLst/>
            <a:cxnLst/>
            <a:rect l="l" t="t" r="r" b="b"/>
            <a:pathLst>
              <a:path w="286036" h="293370">
                <a:moveTo>
                  <a:pt x="0" y="0"/>
                </a:moveTo>
                <a:lnTo>
                  <a:pt x="286036" y="0"/>
                </a:lnTo>
                <a:lnTo>
                  <a:pt x="286036" y="293370"/>
                </a:lnTo>
                <a:lnTo>
                  <a:pt x="0" y="2933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7709573" y="8294584"/>
            <a:ext cx="286036" cy="293370"/>
          </a:xfrm>
          <a:custGeom>
            <a:avLst/>
            <a:gdLst/>
            <a:ahLst/>
            <a:cxnLst/>
            <a:rect l="l" t="t" r="r" b="b"/>
            <a:pathLst>
              <a:path w="286036" h="293370">
                <a:moveTo>
                  <a:pt x="0" y="0"/>
                </a:moveTo>
                <a:lnTo>
                  <a:pt x="286036" y="0"/>
                </a:lnTo>
                <a:lnTo>
                  <a:pt x="286036" y="293370"/>
                </a:lnTo>
                <a:lnTo>
                  <a:pt x="0" y="2933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420032"/>
            <a:ext cx="4404081" cy="3115618"/>
            <a:chOff x="0" y="0"/>
            <a:chExt cx="30662486" cy="21691837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21547058"/>
            </a:xfrm>
            <a:custGeom>
              <a:avLst/>
              <a:gdLst/>
              <a:ahLst/>
              <a:cxnLst/>
              <a:rect l="l" t="t" r="r" b="b"/>
              <a:pathLst>
                <a:path w="30517706" h="21547058">
                  <a:moveTo>
                    <a:pt x="0" y="0"/>
                  </a:moveTo>
                  <a:lnTo>
                    <a:pt x="30517706" y="0"/>
                  </a:lnTo>
                  <a:lnTo>
                    <a:pt x="30517706" y="21547058"/>
                  </a:lnTo>
                  <a:lnTo>
                    <a:pt x="0" y="21547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21691837"/>
            </a:xfrm>
            <a:custGeom>
              <a:avLst/>
              <a:gdLst/>
              <a:ahLst/>
              <a:cxnLst/>
              <a:rect l="l" t="t" r="r" b="b"/>
              <a:pathLst>
                <a:path w="30662485" h="21691837">
                  <a:moveTo>
                    <a:pt x="30517706" y="21547057"/>
                  </a:moveTo>
                  <a:lnTo>
                    <a:pt x="30662485" y="21547057"/>
                  </a:lnTo>
                  <a:lnTo>
                    <a:pt x="30662485" y="21691837"/>
                  </a:lnTo>
                  <a:lnTo>
                    <a:pt x="30517706" y="21691837"/>
                  </a:lnTo>
                  <a:lnTo>
                    <a:pt x="30517706" y="2154705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547057"/>
                  </a:lnTo>
                  <a:lnTo>
                    <a:pt x="0" y="21547057"/>
                  </a:lnTo>
                  <a:lnTo>
                    <a:pt x="0" y="144780"/>
                  </a:lnTo>
                  <a:close/>
                  <a:moveTo>
                    <a:pt x="0" y="21547057"/>
                  </a:moveTo>
                  <a:lnTo>
                    <a:pt x="144780" y="21547057"/>
                  </a:lnTo>
                  <a:lnTo>
                    <a:pt x="144780" y="21691837"/>
                  </a:lnTo>
                  <a:lnTo>
                    <a:pt x="0" y="21691837"/>
                  </a:lnTo>
                  <a:lnTo>
                    <a:pt x="0" y="21547057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547057"/>
                  </a:lnTo>
                  <a:lnTo>
                    <a:pt x="30517706" y="21547057"/>
                  </a:lnTo>
                  <a:lnTo>
                    <a:pt x="30517706" y="144780"/>
                  </a:lnTo>
                  <a:close/>
                  <a:moveTo>
                    <a:pt x="144780" y="21547057"/>
                  </a:moveTo>
                  <a:lnTo>
                    <a:pt x="30517706" y="21547057"/>
                  </a:lnTo>
                  <a:lnTo>
                    <a:pt x="30517706" y="21691837"/>
                  </a:lnTo>
                  <a:lnTo>
                    <a:pt x="144780" y="21691837"/>
                  </a:lnTo>
                  <a:lnTo>
                    <a:pt x="144780" y="21547057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420032"/>
            <a:ext cx="4404081" cy="3151968"/>
            <a:chOff x="0" y="0"/>
            <a:chExt cx="30662486" cy="21944915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1800135"/>
            </a:xfrm>
            <a:custGeom>
              <a:avLst/>
              <a:gdLst/>
              <a:ahLst/>
              <a:cxnLst/>
              <a:rect l="l" t="t" r="r" b="b"/>
              <a:pathLst>
                <a:path w="30517706" h="21800135">
                  <a:moveTo>
                    <a:pt x="0" y="0"/>
                  </a:moveTo>
                  <a:lnTo>
                    <a:pt x="30517706" y="0"/>
                  </a:lnTo>
                  <a:lnTo>
                    <a:pt x="30517706" y="21800135"/>
                  </a:lnTo>
                  <a:lnTo>
                    <a:pt x="0" y="218001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1944915"/>
            </a:xfrm>
            <a:custGeom>
              <a:avLst/>
              <a:gdLst/>
              <a:ahLst/>
              <a:cxnLst/>
              <a:rect l="l" t="t" r="r" b="b"/>
              <a:pathLst>
                <a:path w="30662485" h="21944915">
                  <a:moveTo>
                    <a:pt x="30517706" y="21800134"/>
                  </a:moveTo>
                  <a:lnTo>
                    <a:pt x="30662485" y="21800134"/>
                  </a:lnTo>
                  <a:lnTo>
                    <a:pt x="30662485" y="21944915"/>
                  </a:lnTo>
                  <a:lnTo>
                    <a:pt x="30517706" y="21944915"/>
                  </a:lnTo>
                  <a:lnTo>
                    <a:pt x="30517706" y="218001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800134"/>
                  </a:lnTo>
                  <a:lnTo>
                    <a:pt x="0" y="21800134"/>
                  </a:lnTo>
                  <a:lnTo>
                    <a:pt x="0" y="144780"/>
                  </a:lnTo>
                  <a:close/>
                  <a:moveTo>
                    <a:pt x="0" y="21800134"/>
                  </a:moveTo>
                  <a:lnTo>
                    <a:pt x="144780" y="21800134"/>
                  </a:lnTo>
                  <a:lnTo>
                    <a:pt x="144780" y="21944915"/>
                  </a:lnTo>
                  <a:lnTo>
                    <a:pt x="0" y="21944915"/>
                  </a:lnTo>
                  <a:lnTo>
                    <a:pt x="0" y="21800134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800134"/>
                  </a:lnTo>
                  <a:lnTo>
                    <a:pt x="30517706" y="21800134"/>
                  </a:lnTo>
                  <a:lnTo>
                    <a:pt x="30517706" y="144780"/>
                  </a:lnTo>
                  <a:close/>
                  <a:moveTo>
                    <a:pt x="144780" y="21800134"/>
                  </a:moveTo>
                  <a:lnTo>
                    <a:pt x="30517706" y="21800134"/>
                  </a:lnTo>
                  <a:lnTo>
                    <a:pt x="30517706" y="21944915"/>
                  </a:lnTo>
                  <a:lnTo>
                    <a:pt x="144780" y="21944915"/>
                  </a:lnTo>
                  <a:lnTo>
                    <a:pt x="144780" y="21800134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4745200"/>
            <a:ext cx="4404081" cy="3484400"/>
            <a:chOff x="0" y="0"/>
            <a:chExt cx="30662486" cy="24259401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010842" y="6487400"/>
            <a:ext cx="2350699" cy="841978"/>
          </a:xfrm>
          <a:custGeom>
            <a:avLst/>
            <a:gdLst/>
            <a:ahLst/>
            <a:cxnLst/>
            <a:rect l="l" t="t" r="r" b="b"/>
            <a:pathLst>
              <a:path w="2350699" h="841978">
                <a:moveTo>
                  <a:pt x="0" y="0"/>
                </a:moveTo>
                <a:lnTo>
                  <a:pt x="2350700" y="0"/>
                </a:lnTo>
                <a:lnTo>
                  <a:pt x="2350700" y="841978"/>
                </a:lnTo>
                <a:lnTo>
                  <a:pt x="0" y="841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248400" y="1917827"/>
            <a:ext cx="3825819" cy="2434337"/>
          </a:xfrm>
          <a:custGeom>
            <a:avLst/>
            <a:gdLst/>
            <a:ahLst/>
            <a:cxnLst/>
            <a:rect l="l" t="t" r="r" b="b"/>
            <a:pathLst>
              <a:path w="3825819" h="2434337">
                <a:moveTo>
                  <a:pt x="0" y="0"/>
                </a:moveTo>
                <a:lnTo>
                  <a:pt x="3825818" y="0"/>
                </a:lnTo>
                <a:lnTo>
                  <a:pt x="3825818" y="2434337"/>
                </a:lnTo>
                <a:lnTo>
                  <a:pt x="0" y="2434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94" t="-40508" r="-6963" b="-37330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79268" y="8444350"/>
            <a:ext cx="225747" cy="231535"/>
          </a:xfrm>
          <a:custGeom>
            <a:avLst/>
            <a:gdLst/>
            <a:ahLst/>
            <a:cxnLst/>
            <a:rect l="l" t="t" r="r" b="b"/>
            <a:pathLst>
              <a:path w="225747" h="231535">
                <a:moveTo>
                  <a:pt x="0" y="0"/>
                </a:moveTo>
                <a:lnTo>
                  <a:pt x="225747" y="0"/>
                </a:lnTo>
                <a:lnTo>
                  <a:pt x="225747" y="231535"/>
                </a:lnTo>
                <a:lnTo>
                  <a:pt x="0" y="231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041251" y="1531791"/>
            <a:ext cx="2289879" cy="414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7149" y="4883808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7149" y="1683681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69475" y="299564"/>
            <a:ext cx="2054806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Ethanol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883" y="98586"/>
            <a:ext cx="512266" cy="38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02.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84360" y="844241"/>
            <a:ext cx="440408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Ethyl Alcohol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Ethanol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77304" y="2919582"/>
            <a:ext cx="1208008" cy="431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C₂H₆O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268" y="6112115"/>
            <a:ext cx="4404081" cy="410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4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24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4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4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OH</a:t>
            </a:r>
          </a:p>
        </p:txBody>
      </p:sp>
      <p:sp>
        <p:nvSpPr>
          <p:cNvPr id="34" name="Freeform 34"/>
          <p:cNvSpPr/>
          <p:nvPr/>
        </p:nvSpPr>
        <p:spPr>
          <a:xfrm>
            <a:off x="5289385" y="8385596"/>
            <a:ext cx="225747" cy="231535"/>
          </a:xfrm>
          <a:custGeom>
            <a:avLst/>
            <a:gdLst/>
            <a:ahLst/>
            <a:cxnLst/>
            <a:rect l="l" t="t" r="r" b="b"/>
            <a:pathLst>
              <a:path w="225747" h="231535">
                <a:moveTo>
                  <a:pt x="0" y="0"/>
                </a:moveTo>
                <a:lnTo>
                  <a:pt x="225747" y="0"/>
                </a:lnTo>
                <a:lnTo>
                  <a:pt x="225747" y="231535"/>
                </a:lnTo>
                <a:lnTo>
                  <a:pt x="0" y="231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3110506" y="8454630"/>
            <a:ext cx="225747" cy="231535"/>
          </a:xfrm>
          <a:custGeom>
            <a:avLst/>
            <a:gdLst/>
            <a:ahLst/>
            <a:cxnLst/>
            <a:rect l="l" t="t" r="r" b="b"/>
            <a:pathLst>
              <a:path w="225747" h="231535">
                <a:moveTo>
                  <a:pt x="0" y="0"/>
                </a:moveTo>
                <a:lnTo>
                  <a:pt x="225747" y="0"/>
                </a:lnTo>
                <a:lnTo>
                  <a:pt x="225747" y="231535"/>
                </a:lnTo>
                <a:lnTo>
                  <a:pt x="0" y="231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7720334" y="8385596"/>
            <a:ext cx="225747" cy="231535"/>
          </a:xfrm>
          <a:custGeom>
            <a:avLst/>
            <a:gdLst/>
            <a:ahLst/>
            <a:cxnLst/>
            <a:rect l="l" t="t" r="r" b="b"/>
            <a:pathLst>
              <a:path w="225747" h="231535">
                <a:moveTo>
                  <a:pt x="0" y="0"/>
                </a:moveTo>
                <a:lnTo>
                  <a:pt x="225747" y="0"/>
                </a:lnTo>
                <a:lnTo>
                  <a:pt x="225747" y="231535"/>
                </a:lnTo>
                <a:lnTo>
                  <a:pt x="0" y="231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450246"/>
            <a:ext cx="4404081" cy="3085404"/>
            <a:chOff x="0" y="0"/>
            <a:chExt cx="30662486" cy="21481474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21336694"/>
            </a:xfrm>
            <a:custGeom>
              <a:avLst/>
              <a:gdLst/>
              <a:ahLst/>
              <a:cxnLst/>
              <a:rect l="l" t="t" r="r" b="b"/>
              <a:pathLst>
                <a:path w="30517706" h="21336694">
                  <a:moveTo>
                    <a:pt x="0" y="0"/>
                  </a:moveTo>
                  <a:lnTo>
                    <a:pt x="30517706" y="0"/>
                  </a:lnTo>
                  <a:lnTo>
                    <a:pt x="30517706" y="21336694"/>
                  </a:lnTo>
                  <a:lnTo>
                    <a:pt x="0" y="213366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21481475"/>
            </a:xfrm>
            <a:custGeom>
              <a:avLst/>
              <a:gdLst/>
              <a:ahLst/>
              <a:cxnLst/>
              <a:rect l="l" t="t" r="r" b="b"/>
              <a:pathLst>
                <a:path w="30662485" h="21481475">
                  <a:moveTo>
                    <a:pt x="30517706" y="21336695"/>
                  </a:moveTo>
                  <a:lnTo>
                    <a:pt x="30662485" y="21336695"/>
                  </a:lnTo>
                  <a:lnTo>
                    <a:pt x="30662485" y="21481475"/>
                  </a:lnTo>
                  <a:lnTo>
                    <a:pt x="30517706" y="21481475"/>
                  </a:lnTo>
                  <a:lnTo>
                    <a:pt x="30517706" y="2133669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336695"/>
                  </a:lnTo>
                  <a:lnTo>
                    <a:pt x="0" y="21336695"/>
                  </a:lnTo>
                  <a:lnTo>
                    <a:pt x="0" y="144780"/>
                  </a:lnTo>
                  <a:close/>
                  <a:moveTo>
                    <a:pt x="0" y="21336695"/>
                  </a:moveTo>
                  <a:lnTo>
                    <a:pt x="144780" y="21336695"/>
                  </a:lnTo>
                  <a:lnTo>
                    <a:pt x="144780" y="21481475"/>
                  </a:lnTo>
                  <a:lnTo>
                    <a:pt x="0" y="21481475"/>
                  </a:lnTo>
                  <a:lnTo>
                    <a:pt x="0" y="21336695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336695"/>
                  </a:lnTo>
                  <a:lnTo>
                    <a:pt x="30517706" y="21336695"/>
                  </a:lnTo>
                  <a:lnTo>
                    <a:pt x="30517706" y="144780"/>
                  </a:lnTo>
                  <a:close/>
                  <a:moveTo>
                    <a:pt x="144780" y="21336695"/>
                  </a:moveTo>
                  <a:lnTo>
                    <a:pt x="30517706" y="21336695"/>
                  </a:lnTo>
                  <a:lnTo>
                    <a:pt x="30517706" y="21481475"/>
                  </a:lnTo>
                  <a:lnTo>
                    <a:pt x="144780" y="21481475"/>
                  </a:lnTo>
                  <a:lnTo>
                    <a:pt x="144780" y="21336695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450246"/>
            <a:ext cx="4404081" cy="3121754"/>
            <a:chOff x="0" y="0"/>
            <a:chExt cx="30662486" cy="21734552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1589773"/>
            </a:xfrm>
            <a:custGeom>
              <a:avLst/>
              <a:gdLst/>
              <a:ahLst/>
              <a:cxnLst/>
              <a:rect l="l" t="t" r="r" b="b"/>
              <a:pathLst>
                <a:path w="30517706" h="21589773">
                  <a:moveTo>
                    <a:pt x="0" y="0"/>
                  </a:moveTo>
                  <a:lnTo>
                    <a:pt x="30517706" y="0"/>
                  </a:lnTo>
                  <a:lnTo>
                    <a:pt x="30517706" y="21589773"/>
                  </a:lnTo>
                  <a:lnTo>
                    <a:pt x="0" y="215897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1734552"/>
            </a:xfrm>
            <a:custGeom>
              <a:avLst/>
              <a:gdLst/>
              <a:ahLst/>
              <a:cxnLst/>
              <a:rect l="l" t="t" r="r" b="b"/>
              <a:pathLst>
                <a:path w="30662485" h="21734552">
                  <a:moveTo>
                    <a:pt x="30517706" y="21589772"/>
                  </a:moveTo>
                  <a:lnTo>
                    <a:pt x="30662485" y="21589772"/>
                  </a:lnTo>
                  <a:lnTo>
                    <a:pt x="30662485" y="21734552"/>
                  </a:lnTo>
                  <a:lnTo>
                    <a:pt x="30517706" y="21734552"/>
                  </a:lnTo>
                  <a:lnTo>
                    <a:pt x="30517706" y="2158977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589772"/>
                  </a:lnTo>
                  <a:lnTo>
                    <a:pt x="0" y="21589772"/>
                  </a:lnTo>
                  <a:lnTo>
                    <a:pt x="0" y="144780"/>
                  </a:lnTo>
                  <a:close/>
                  <a:moveTo>
                    <a:pt x="0" y="21589772"/>
                  </a:moveTo>
                  <a:lnTo>
                    <a:pt x="144780" y="21589772"/>
                  </a:lnTo>
                  <a:lnTo>
                    <a:pt x="144780" y="21734552"/>
                  </a:lnTo>
                  <a:lnTo>
                    <a:pt x="0" y="21734552"/>
                  </a:lnTo>
                  <a:lnTo>
                    <a:pt x="0" y="21589772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589772"/>
                  </a:lnTo>
                  <a:lnTo>
                    <a:pt x="30517706" y="21589772"/>
                  </a:lnTo>
                  <a:lnTo>
                    <a:pt x="30517706" y="144780"/>
                  </a:lnTo>
                  <a:close/>
                  <a:moveTo>
                    <a:pt x="144780" y="21589772"/>
                  </a:moveTo>
                  <a:lnTo>
                    <a:pt x="30517706" y="21589772"/>
                  </a:lnTo>
                  <a:lnTo>
                    <a:pt x="30517706" y="21734552"/>
                  </a:lnTo>
                  <a:lnTo>
                    <a:pt x="144780" y="21734552"/>
                  </a:lnTo>
                  <a:lnTo>
                    <a:pt x="144780" y="21589772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4745200"/>
            <a:ext cx="4404081" cy="3484400"/>
            <a:chOff x="0" y="0"/>
            <a:chExt cx="30662486" cy="24259401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>
            <a:off x="7247728" y="5863784"/>
            <a:ext cx="1876928" cy="1801851"/>
          </a:xfrm>
          <a:custGeom>
            <a:avLst/>
            <a:gdLst/>
            <a:ahLst/>
            <a:cxnLst/>
            <a:rect l="l" t="t" r="r" b="b"/>
            <a:pathLst>
              <a:path w="1876928" h="1801851">
                <a:moveTo>
                  <a:pt x="0" y="0"/>
                </a:moveTo>
                <a:lnTo>
                  <a:pt x="1876928" y="0"/>
                </a:lnTo>
                <a:lnTo>
                  <a:pt x="1876928" y="1801851"/>
                </a:lnTo>
                <a:lnTo>
                  <a:pt x="0" y="1801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259897" y="2047204"/>
            <a:ext cx="3877803" cy="2391292"/>
          </a:xfrm>
          <a:custGeom>
            <a:avLst/>
            <a:gdLst/>
            <a:ahLst/>
            <a:cxnLst/>
            <a:rect l="l" t="t" r="r" b="b"/>
            <a:pathLst>
              <a:path w="3877803" h="2391292">
                <a:moveTo>
                  <a:pt x="0" y="0"/>
                </a:moveTo>
                <a:lnTo>
                  <a:pt x="3877804" y="0"/>
                </a:lnTo>
                <a:lnTo>
                  <a:pt x="3877804" y="2391292"/>
                </a:lnTo>
                <a:lnTo>
                  <a:pt x="0" y="2391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815" t="-43223" r="-7200" b="-46534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09890" y="8429770"/>
            <a:ext cx="205886" cy="211165"/>
          </a:xfrm>
          <a:custGeom>
            <a:avLst/>
            <a:gdLst/>
            <a:ahLst/>
            <a:cxnLst/>
            <a:rect l="l" t="t" r="r" b="b"/>
            <a:pathLst>
              <a:path w="205886" h="211165">
                <a:moveTo>
                  <a:pt x="0" y="0"/>
                </a:moveTo>
                <a:lnTo>
                  <a:pt x="205886" y="0"/>
                </a:lnTo>
                <a:lnTo>
                  <a:pt x="205886" y="211165"/>
                </a:lnTo>
                <a:lnTo>
                  <a:pt x="0" y="211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136362" y="1613938"/>
            <a:ext cx="2124872" cy="414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9268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9268" y="1641438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79417" y="299564"/>
            <a:ext cx="2034922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Acetone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621" y="98586"/>
            <a:ext cx="502268" cy="38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03.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84360" y="782800"/>
            <a:ext cx="440408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Acetone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Propan-2-one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01533" y="2921639"/>
            <a:ext cx="1159550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C₃H₆O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80497" y="6349419"/>
            <a:ext cx="2477385" cy="39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OH</a:t>
            </a:r>
          </a:p>
        </p:txBody>
      </p:sp>
      <p:sp>
        <p:nvSpPr>
          <p:cNvPr id="34" name="Freeform 34"/>
          <p:cNvSpPr/>
          <p:nvPr/>
        </p:nvSpPr>
        <p:spPr>
          <a:xfrm>
            <a:off x="7740194" y="8385596"/>
            <a:ext cx="205886" cy="211165"/>
          </a:xfrm>
          <a:custGeom>
            <a:avLst/>
            <a:gdLst/>
            <a:ahLst/>
            <a:cxnLst/>
            <a:rect l="l" t="t" r="r" b="b"/>
            <a:pathLst>
              <a:path w="205886" h="211165">
                <a:moveTo>
                  <a:pt x="0" y="0"/>
                </a:moveTo>
                <a:lnTo>
                  <a:pt x="205887" y="0"/>
                </a:lnTo>
                <a:lnTo>
                  <a:pt x="205887" y="211165"/>
                </a:lnTo>
                <a:lnTo>
                  <a:pt x="0" y="211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5309245" y="8401050"/>
            <a:ext cx="205886" cy="211165"/>
          </a:xfrm>
          <a:custGeom>
            <a:avLst/>
            <a:gdLst/>
            <a:ahLst/>
            <a:cxnLst/>
            <a:rect l="l" t="t" r="r" b="b"/>
            <a:pathLst>
              <a:path w="205886" h="211165">
                <a:moveTo>
                  <a:pt x="0" y="0"/>
                </a:moveTo>
                <a:lnTo>
                  <a:pt x="205887" y="0"/>
                </a:lnTo>
                <a:lnTo>
                  <a:pt x="205887" y="211165"/>
                </a:lnTo>
                <a:lnTo>
                  <a:pt x="0" y="211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3125817" y="8458489"/>
            <a:ext cx="205886" cy="211165"/>
          </a:xfrm>
          <a:custGeom>
            <a:avLst/>
            <a:gdLst/>
            <a:ahLst/>
            <a:cxnLst/>
            <a:rect l="l" t="t" r="r" b="b"/>
            <a:pathLst>
              <a:path w="205886" h="211165">
                <a:moveTo>
                  <a:pt x="0" y="0"/>
                </a:moveTo>
                <a:lnTo>
                  <a:pt x="205886" y="0"/>
                </a:lnTo>
                <a:lnTo>
                  <a:pt x="205886" y="211166"/>
                </a:lnTo>
                <a:lnTo>
                  <a:pt x="0" y="2111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420032"/>
            <a:ext cx="4404081" cy="3151968"/>
            <a:chOff x="0" y="0"/>
            <a:chExt cx="30662486" cy="21944915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21800135"/>
            </a:xfrm>
            <a:custGeom>
              <a:avLst/>
              <a:gdLst/>
              <a:ahLst/>
              <a:cxnLst/>
              <a:rect l="l" t="t" r="r" b="b"/>
              <a:pathLst>
                <a:path w="30517706" h="21800135">
                  <a:moveTo>
                    <a:pt x="0" y="0"/>
                  </a:moveTo>
                  <a:lnTo>
                    <a:pt x="30517706" y="0"/>
                  </a:lnTo>
                  <a:lnTo>
                    <a:pt x="30517706" y="21800135"/>
                  </a:lnTo>
                  <a:lnTo>
                    <a:pt x="0" y="218001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21944915"/>
            </a:xfrm>
            <a:custGeom>
              <a:avLst/>
              <a:gdLst/>
              <a:ahLst/>
              <a:cxnLst/>
              <a:rect l="l" t="t" r="r" b="b"/>
              <a:pathLst>
                <a:path w="30662485" h="21944915">
                  <a:moveTo>
                    <a:pt x="30517706" y="21800134"/>
                  </a:moveTo>
                  <a:lnTo>
                    <a:pt x="30662485" y="21800134"/>
                  </a:lnTo>
                  <a:lnTo>
                    <a:pt x="30662485" y="21944915"/>
                  </a:lnTo>
                  <a:lnTo>
                    <a:pt x="30517706" y="21944915"/>
                  </a:lnTo>
                  <a:lnTo>
                    <a:pt x="30517706" y="218001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800134"/>
                  </a:lnTo>
                  <a:lnTo>
                    <a:pt x="0" y="21800134"/>
                  </a:lnTo>
                  <a:lnTo>
                    <a:pt x="0" y="144780"/>
                  </a:lnTo>
                  <a:close/>
                  <a:moveTo>
                    <a:pt x="0" y="21800134"/>
                  </a:moveTo>
                  <a:lnTo>
                    <a:pt x="144780" y="21800134"/>
                  </a:lnTo>
                  <a:lnTo>
                    <a:pt x="144780" y="21944915"/>
                  </a:lnTo>
                  <a:lnTo>
                    <a:pt x="0" y="21944915"/>
                  </a:lnTo>
                  <a:lnTo>
                    <a:pt x="0" y="21800134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800134"/>
                  </a:lnTo>
                  <a:lnTo>
                    <a:pt x="30517706" y="21800134"/>
                  </a:lnTo>
                  <a:lnTo>
                    <a:pt x="30517706" y="144780"/>
                  </a:lnTo>
                  <a:close/>
                  <a:moveTo>
                    <a:pt x="144780" y="21800134"/>
                  </a:moveTo>
                  <a:lnTo>
                    <a:pt x="30517706" y="21800134"/>
                  </a:lnTo>
                  <a:lnTo>
                    <a:pt x="30517706" y="21944915"/>
                  </a:lnTo>
                  <a:lnTo>
                    <a:pt x="144780" y="21944915"/>
                  </a:lnTo>
                  <a:lnTo>
                    <a:pt x="144780" y="21800134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420032"/>
            <a:ext cx="4404081" cy="3151968"/>
            <a:chOff x="0" y="0"/>
            <a:chExt cx="30662486" cy="21944915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1800135"/>
            </a:xfrm>
            <a:custGeom>
              <a:avLst/>
              <a:gdLst/>
              <a:ahLst/>
              <a:cxnLst/>
              <a:rect l="l" t="t" r="r" b="b"/>
              <a:pathLst>
                <a:path w="30517706" h="21800135">
                  <a:moveTo>
                    <a:pt x="0" y="0"/>
                  </a:moveTo>
                  <a:lnTo>
                    <a:pt x="30517706" y="0"/>
                  </a:lnTo>
                  <a:lnTo>
                    <a:pt x="30517706" y="21800135"/>
                  </a:lnTo>
                  <a:lnTo>
                    <a:pt x="0" y="218001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1944915"/>
            </a:xfrm>
            <a:custGeom>
              <a:avLst/>
              <a:gdLst/>
              <a:ahLst/>
              <a:cxnLst/>
              <a:rect l="l" t="t" r="r" b="b"/>
              <a:pathLst>
                <a:path w="30662485" h="21944915">
                  <a:moveTo>
                    <a:pt x="30517706" y="21800134"/>
                  </a:moveTo>
                  <a:lnTo>
                    <a:pt x="30662485" y="21800134"/>
                  </a:lnTo>
                  <a:lnTo>
                    <a:pt x="30662485" y="21944915"/>
                  </a:lnTo>
                  <a:lnTo>
                    <a:pt x="30517706" y="21944915"/>
                  </a:lnTo>
                  <a:lnTo>
                    <a:pt x="30517706" y="218001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800134"/>
                  </a:lnTo>
                  <a:lnTo>
                    <a:pt x="0" y="21800134"/>
                  </a:lnTo>
                  <a:lnTo>
                    <a:pt x="0" y="144780"/>
                  </a:lnTo>
                  <a:close/>
                  <a:moveTo>
                    <a:pt x="0" y="21800134"/>
                  </a:moveTo>
                  <a:lnTo>
                    <a:pt x="144780" y="21800134"/>
                  </a:lnTo>
                  <a:lnTo>
                    <a:pt x="144780" y="21944915"/>
                  </a:lnTo>
                  <a:lnTo>
                    <a:pt x="0" y="21944915"/>
                  </a:lnTo>
                  <a:lnTo>
                    <a:pt x="0" y="21800134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800134"/>
                  </a:lnTo>
                  <a:lnTo>
                    <a:pt x="30517706" y="21800134"/>
                  </a:lnTo>
                  <a:lnTo>
                    <a:pt x="30517706" y="144780"/>
                  </a:lnTo>
                  <a:close/>
                  <a:moveTo>
                    <a:pt x="144780" y="21800134"/>
                  </a:moveTo>
                  <a:lnTo>
                    <a:pt x="30517706" y="21800134"/>
                  </a:lnTo>
                  <a:lnTo>
                    <a:pt x="30517706" y="21944915"/>
                  </a:lnTo>
                  <a:lnTo>
                    <a:pt x="144780" y="21944915"/>
                  </a:lnTo>
                  <a:lnTo>
                    <a:pt x="144780" y="21800134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4745200"/>
            <a:ext cx="4404081" cy="3484400"/>
            <a:chOff x="0" y="0"/>
            <a:chExt cx="30662486" cy="24259401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965424" y="5764375"/>
            <a:ext cx="2441535" cy="2139673"/>
          </a:xfrm>
          <a:custGeom>
            <a:avLst/>
            <a:gdLst/>
            <a:ahLst/>
            <a:cxnLst/>
            <a:rect l="l" t="t" r="r" b="b"/>
            <a:pathLst>
              <a:path w="2441535" h="2139673">
                <a:moveTo>
                  <a:pt x="0" y="0"/>
                </a:moveTo>
                <a:lnTo>
                  <a:pt x="2441535" y="0"/>
                </a:lnTo>
                <a:lnTo>
                  <a:pt x="2441535" y="2139673"/>
                </a:lnTo>
                <a:lnTo>
                  <a:pt x="0" y="21396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087030" y="1980588"/>
            <a:ext cx="4198323" cy="2259787"/>
          </a:xfrm>
          <a:custGeom>
            <a:avLst/>
            <a:gdLst/>
            <a:ahLst/>
            <a:cxnLst/>
            <a:rect l="l" t="t" r="r" b="b"/>
            <a:pathLst>
              <a:path w="4198323" h="2259787">
                <a:moveTo>
                  <a:pt x="0" y="0"/>
                </a:moveTo>
                <a:lnTo>
                  <a:pt x="4198324" y="0"/>
                </a:lnTo>
                <a:lnTo>
                  <a:pt x="4198324" y="2259787"/>
                </a:lnTo>
                <a:lnTo>
                  <a:pt x="0" y="2259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24" b="-45559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60777" y="8358243"/>
            <a:ext cx="273491" cy="280503"/>
          </a:xfrm>
          <a:custGeom>
            <a:avLst/>
            <a:gdLst/>
            <a:ahLst/>
            <a:cxnLst/>
            <a:rect l="l" t="t" r="r" b="b"/>
            <a:pathLst>
              <a:path w="273491" h="280503">
                <a:moveTo>
                  <a:pt x="0" y="0"/>
                </a:moveTo>
                <a:lnTo>
                  <a:pt x="273490" y="0"/>
                </a:lnTo>
                <a:lnTo>
                  <a:pt x="273490" y="280503"/>
                </a:lnTo>
                <a:lnTo>
                  <a:pt x="0" y="280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897145" y="1574468"/>
            <a:ext cx="2171838" cy="414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7149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9268" y="155147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76811" y="299564"/>
            <a:ext cx="2840134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Acetic Acid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9421" y="141766"/>
            <a:ext cx="626355" cy="38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04.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94837" y="758035"/>
            <a:ext cx="440408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Acetic Acid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Ethanoic Acid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1879094" y="2772572"/>
            <a:ext cx="1880191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C₂H₄O₂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58142" y="6597991"/>
            <a:ext cx="2246332" cy="39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COOH</a:t>
            </a:r>
          </a:p>
        </p:txBody>
      </p:sp>
      <p:sp>
        <p:nvSpPr>
          <p:cNvPr id="35" name="Freeform 35"/>
          <p:cNvSpPr/>
          <p:nvPr/>
        </p:nvSpPr>
        <p:spPr>
          <a:xfrm>
            <a:off x="5344892" y="8358243"/>
            <a:ext cx="273491" cy="280503"/>
          </a:xfrm>
          <a:custGeom>
            <a:avLst/>
            <a:gdLst/>
            <a:ahLst/>
            <a:cxnLst/>
            <a:rect l="l" t="t" r="r" b="b"/>
            <a:pathLst>
              <a:path w="273491" h="280503">
                <a:moveTo>
                  <a:pt x="0" y="0"/>
                </a:moveTo>
                <a:lnTo>
                  <a:pt x="273491" y="0"/>
                </a:lnTo>
                <a:lnTo>
                  <a:pt x="273491" y="280504"/>
                </a:lnTo>
                <a:lnTo>
                  <a:pt x="0" y="28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3110506" y="8405662"/>
            <a:ext cx="273491" cy="280503"/>
          </a:xfrm>
          <a:custGeom>
            <a:avLst/>
            <a:gdLst/>
            <a:ahLst/>
            <a:cxnLst/>
            <a:rect l="l" t="t" r="r" b="b"/>
            <a:pathLst>
              <a:path w="273491" h="280503">
                <a:moveTo>
                  <a:pt x="0" y="0"/>
                </a:moveTo>
                <a:lnTo>
                  <a:pt x="273491" y="0"/>
                </a:lnTo>
                <a:lnTo>
                  <a:pt x="273491" y="280503"/>
                </a:lnTo>
                <a:lnTo>
                  <a:pt x="0" y="280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7709573" y="8358243"/>
            <a:ext cx="273491" cy="280503"/>
          </a:xfrm>
          <a:custGeom>
            <a:avLst/>
            <a:gdLst/>
            <a:ahLst/>
            <a:cxnLst/>
            <a:rect l="l" t="t" r="r" b="b"/>
            <a:pathLst>
              <a:path w="273491" h="280503">
                <a:moveTo>
                  <a:pt x="0" y="0"/>
                </a:moveTo>
                <a:lnTo>
                  <a:pt x="273490" y="0"/>
                </a:lnTo>
                <a:lnTo>
                  <a:pt x="273490" y="280504"/>
                </a:lnTo>
                <a:lnTo>
                  <a:pt x="0" y="28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420032"/>
            <a:ext cx="4404081" cy="3062433"/>
            <a:chOff x="0" y="0"/>
            <a:chExt cx="30662486" cy="21321546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21176766"/>
            </a:xfrm>
            <a:custGeom>
              <a:avLst/>
              <a:gdLst/>
              <a:ahLst/>
              <a:cxnLst/>
              <a:rect l="l" t="t" r="r" b="b"/>
              <a:pathLst>
                <a:path w="30517706" h="21176766">
                  <a:moveTo>
                    <a:pt x="0" y="0"/>
                  </a:moveTo>
                  <a:lnTo>
                    <a:pt x="30517706" y="0"/>
                  </a:lnTo>
                  <a:lnTo>
                    <a:pt x="30517706" y="21176766"/>
                  </a:lnTo>
                  <a:lnTo>
                    <a:pt x="0" y="21176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21321547"/>
            </a:xfrm>
            <a:custGeom>
              <a:avLst/>
              <a:gdLst/>
              <a:ahLst/>
              <a:cxnLst/>
              <a:rect l="l" t="t" r="r" b="b"/>
              <a:pathLst>
                <a:path w="30662485" h="21321547">
                  <a:moveTo>
                    <a:pt x="30517706" y="21176766"/>
                  </a:moveTo>
                  <a:lnTo>
                    <a:pt x="30662485" y="21176766"/>
                  </a:lnTo>
                  <a:lnTo>
                    <a:pt x="30662485" y="21321547"/>
                  </a:lnTo>
                  <a:lnTo>
                    <a:pt x="30517706" y="21321547"/>
                  </a:lnTo>
                  <a:lnTo>
                    <a:pt x="30517706" y="2117676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176766"/>
                  </a:lnTo>
                  <a:lnTo>
                    <a:pt x="0" y="21176766"/>
                  </a:lnTo>
                  <a:lnTo>
                    <a:pt x="0" y="144780"/>
                  </a:lnTo>
                  <a:close/>
                  <a:moveTo>
                    <a:pt x="0" y="21176766"/>
                  </a:moveTo>
                  <a:lnTo>
                    <a:pt x="144780" y="21176766"/>
                  </a:lnTo>
                  <a:lnTo>
                    <a:pt x="144780" y="21321547"/>
                  </a:lnTo>
                  <a:lnTo>
                    <a:pt x="0" y="21321547"/>
                  </a:lnTo>
                  <a:lnTo>
                    <a:pt x="0" y="21176766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176766"/>
                  </a:lnTo>
                  <a:lnTo>
                    <a:pt x="30517706" y="21176766"/>
                  </a:lnTo>
                  <a:lnTo>
                    <a:pt x="30517706" y="144780"/>
                  </a:lnTo>
                  <a:close/>
                  <a:moveTo>
                    <a:pt x="144780" y="21176766"/>
                  </a:moveTo>
                  <a:lnTo>
                    <a:pt x="30517706" y="21176766"/>
                  </a:lnTo>
                  <a:lnTo>
                    <a:pt x="30517706" y="21321547"/>
                  </a:lnTo>
                  <a:lnTo>
                    <a:pt x="144780" y="21321547"/>
                  </a:lnTo>
                  <a:lnTo>
                    <a:pt x="144780" y="21176766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420032"/>
            <a:ext cx="4404081" cy="3151968"/>
            <a:chOff x="0" y="0"/>
            <a:chExt cx="30662486" cy="21944915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1800135"/>
            </a:xfrm>
            <a:custGeom>
              <a:avLst/>
              <a:gdLst/>
              <a:ahLst/>
              <a:cxnLst/>
              <a:rect l="l" t="t" r="r" b="b"/>
              <a:pathLst>
                <a:path w="30517706" h="21800135">
                  <a:moveTo>
                    <a:pt x="0" y="0"/>
                  </a:moveTo>
                  <a:lnTo>
                    <a:pt x="30517706" y="0"/>
                  </a:lnTo>
                  <a:lnTo>
                    <a:pt x="30517706" y="21800135"/>
                  </a:lnTo>
                  <a:lnTo>
                    <a:pt x="0" y="218001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1944915"/>
            </a:xfrm>
            <a:custGeom>
              <a:avLst/>
              <a:gdLst/>
              <a:ahLst/>
              <a:cxnLst/>
              <a:rect l="l" t="t" r="r" b="b"/>
              <a:pathLst>
                <a:path w="30662485" h="21944915">
                  <a:moveTo>
                    <a:pt x="30517706" y="21800134"/>
                  </a:moveTo>
                  <a:lnTo>
                    <a:pt x="30662485" y="21800134"/>
                  </a:lnTo>
                  <a:lnTo>
                    <a:pt x="30662485" y="21944915"/>
                  </a:lnTo>
                  <a:lnTo>
                    <a:pt x="30517706" y="21944915"/>
                  </a:lnTo>
                  <a:lnTo>
                    <a:pt x="30517706" y="218001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800134"/>
                  </a:lnTo>
                  <a:lnTo>
                    <a:pt x="0" y="21800134"/>
                  </a:lnTo>
                  <a:lnTo>
                    <a:pt x="0" y="144780"/>
                  </a:lnTo>
                  <a:close/>
                  <a:moveTo>
                    <a:pt x="0" y="21800134"/>
                  </a:moveTo>
                  <a:lnTo>
                    <a:pt x="144780" y="21800134"/>
                  </a:lnTo>
                  <a:lnTo>
                    <a:pt x="144780" y="21944915"/>
                  </a:lnTo>
                  <a:lnTo>
                    <a:pt x="0" y="21944915"/>
                  </a:lnTo>
                  <a:lnTo>
                    <a:pt x="0" y="21800134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800134"/>
                  </a:lnTo>
                  <a:lnTo>
                    <a:pt x="30517706" y="21800134"/>
                  </a:lnTo>
                  <a:lnTo>
                    <a:pt x="30517706" y="144780"/>
                  </a:lnTo>
                  <a:close/>
                  <a:moveTo>
                    <a:pt x="144780" y="21800134"/>
                  </a:moveTo>
                  <a:lnTo>
                    <a:pt x="30517706" y="21800134"/>
                  </a:lnTo>
                  <a:lnTo>
                    <a:pt x="30517706" y="21944915"/>
                  </a:lnTo>
                  <a:lnTo>
                    <a:pt x="144780" y="21944915"/>
                  </a:lnTo>
                  <a:lnTo>
                    <a:pt x="144780" y="21800134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4745200"/>
            <a:ext cx="4404081" cy="3484400"/>
            <a:chOff x="0" y="0"/>
            <a:chExt cx="30662486" cy="24259401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672210" y="5824383"/>
            <a:ext cx="3027964" cy="1635100"/>
          </a:xfrm>
          <a:custGeom>
            <a:avLst/>
            <a:gdLst/>
            <a:ahLst/>
            <a:cxnLst/>
            <a:rect l="l" t="t" r="r" b="b"/>
            <a:pathLst>
              <a:path w="3027964" h="1635100">
                <a:moveTo>
                  <a:pt x="0" y="0"/>
                </a:moveTo>
                <a:lnTo>
                  <a:pt x="3027964" y="0"/>
                </a:lnTo>
                <a:lnTo>
                  <a:pt x="3027964" y="1635101"/>
                </a:lnTo>
                <a:lnTo>
                  <a:pt x="0" y="1635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117804" y="2106197"/>
            <a:ext cx="4136777" cy="2056806"/>
          </a:xfrm>
          <a:custGeom>
            <a:avLst/>
            <a:gdLst/>
            <a:ahLst/>
            <a:cxnLst/>
            <a:rect l="l" t="t" r="r" b="b"/>
            <a:pathLst>
              <a:path w="4136777" h="2056806">
                <a:moveTo>
                  <a:pt x="0" y="0"/>
                </a:moveTo>
                <a:lnTo>
                  <a:pt x="4136776" y="0"/>
                </a:lnTo>
                <a:lnTo>
                  <a:pt x="4136776" y="2056806"/>
                </a:lnTo>
                <a:lnTo>
                  <a:pt x="0" y="2056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14" t="-56431" r="-4291" b="-65423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18898" y="8375886"/>
            <a:ext cx="295502" cy="303079"/>
          </a:xfrm>
          <a:custGeom>
            <a:avLst/>
            <a:gdLst/>
            <a:ahLst/>
            <a:cxnLst/>
            <a:rect l="l" t="t" r="r" b="b"/>
            <a:pathLst>
              <a:path w="295502" h="303079">
                <a:moveTo>
                  <a:pt x="0" y="0"/>
                </a:moveTo>
                <a:lnTo>
                  <a:pt x="295502" y="0"/>
                </a:lnTo>
                <a:lnTo>
                  <a:pt x="295502" y="303080"/>
                </a:lnTo>
                <a:lnTo>
                  <a:pt x="0" y="303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974435" y="1635317"/>
            <a:ext cx="2061279" cy="428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9268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7149" y="1521361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98822" y="299564"/>
            <a:ext cx="3032619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Ethyl Acetate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930" y="98586"/>
            <a:ext cx="593592" cy="38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05.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79597" y="819957"/>
            <a:ext cx="440408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Ethyl Acetate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Ethyl Ethanoate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1847767" y="2938866"/>
            <a:ext cx="1867083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C₄H₈O₂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70170" y="6405713"/>
            <a:ext cx="3222277" cy="39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COOCH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</a:p>
        </p:txBody>
      </p:sp>
      <p:sp>
        <p:nvSpPr>
          <p:cNvPr id="35" name="Freeform 35"/>
          <p:cNvSpPr/>
          <p:nvPr/>
        </p:nvSpPr>
        <p:spPr>
          <a:xfrm>
            <a:off x="3110506" y="8335667"/>
            <a:ext cx="295502" cy="303079"/>
          </a:xfrm>
          <a:custGeom>
            <a:avLst/>
            <a:gdLst/>
            <a:ahLst/>
            <a:cxnLst/>
            <a:rect l="l" t="t" r="r" b="b"/>
            <a:pathLst>
              <a:path w="295502" h="303079">
                <a:moveTo>
                  <a:pt x="0" y="0"/>
                </a:moveTo>
                <a:lnTo>
                  <a:pt x="295502" y="0"/>
                </a:lnTo>
                <a:lnTo>
                  <a:pt x="295502" y="303080"/>
                </a:lnTo>
                <a:lnTo>
                  <a:pt x="0" y="303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278624" y="8335667"/>
            <a:ext cx="295502" cy="303079"/>
          </a:xfrm>
          <a:custGeom>
            <a:avLst/>
            <a:gdLst/>
            <a:ahLst/>
            <a:cxnLst/>
            <a:rect l="l" t="t" r="r" b="b"/>
            <a:pathLst>
              <a:path w="295502" h="303079">
                <a:moveTo>
                  <a:pt x="0" y="0"/>
                </a:moveTo>
                <a:lnTo>
                  <a:pt x="295502" y="0"/>
                </a:lnTo>
                <a:lnTo>
                  <a:pt x="295502" y="303080"/>
                </a:lnTo>
                <a:lnTo>
                  <a:pt x="0" y="303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7709573" y="8335667"/>
            <a:ext cx="295502" cy="303079"/>
          </a:xfrm>
          <a:custGeom>
            <a:avLst/>
            <a:gdLst/>
            <a:ahLst/>
            <a:cxnLst/>
            <a:rect l="l" t="t" r="r" b="b"/>
            <a:pathLst>
              <a:path w="295502" h="303079">
                <a:moveTo>
                  <a:pt x="0" y="0"/>
                </a:moveTo>
                <a:lnTo>
                  <a:pt x="295502" y="0"/>
                </a:lnTo>
                <a:lnTo>
                  <a:pt x="295502" y="303079"/>
                </a:lnTo>
                <a:lnTo>
                  <a:pt x="0" y="303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496812"/>
            <a:ext cx="4404081" cy="2985653"/>
            <a:chOff x="0" y="0"/>
            <a:chExt cx="30662486" cy="20786978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20642198"/>
            </a:xfrm>
            <a:custGeom>
              <a:avLst/>
              <a:gdLst/>
              <a:ahLst/>
              <a:cxnLst/>
              <a:rect l="l" t="t" r="r" b="b"/>
              <a:pathLst>
                <a:path w="30517706" h="20642198">
                  <a:moveTo>
                    <a:pt x="0" y="0"/>
                  </a:moveTo>
                  <a:lnTo>
                    <a:pt x="30517706" y="0"/>
                  </a:lnTo>
                  <a:lnTo>
                    <a:pt x="30517706" y="20642198"/>
                  </a:lnTo>
                  <a:lnTo>
                    <a:pt x="0" y="20642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20786978"/>
            </a:xfrm>
            <a:custGeom>
              <a:avLst/>
              <a:gdLst/>
              <a:ahLst/>
              <a:cxnLst/>
              <a:rect l="l" t="t" r="r" b="b"/>
              <a:pathLst>
                <a:path w="30662485" h="20786978">
                  <a:moveTo>
                    <a:pt x="30517706" y="20642199"/>
                  </a:moveTo>
                  <a:lnTo>
                    <a:pt x="30662485" y="20642199"/>
                  </a:lnTo>
                  <a:lnTo>
                    <a:pt x="30662485" y="20786978"/>
                  </a:lnTo>
                  <a:lnTo>
                    <a:pt x="30517706" y="20786978"/>
                  </a:lnTo>
                  <a:lnTo>
                    <a:pt x="30517706" y="206421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0642199"/>
                  </a:lnTo>
                  <a:lnTo>
                    <a:pt x="0" y="20642199"/>
                  </a:lnTo>
                  <a:lnTo>
                    <a:pt x="0" y="144780"/>
                  </a:lnTo>
                  <a:close/>
                  <a:moveTo>
                    <a:pt x="0" y="20642199"/>
                  </a:moveTo>
                  <a:lnTo>
                    <a:pt x="144780" y="20642199"/>
                  </a:lnTo>
                  <a:lnTo>
                    <a:pt x="144780" y="20786978"/>
                  </a:lnTo>
                  <a:lnTo>
                    <a:pt x="0" y="20786978"/>
                  </a:lnTo>
                  <a:lnTo>
                    <a:pt x="0" y="20642199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0642199"/>
                  </a:lnTo>
                  <a:lnTo>
                    <a:pt x="30517706" y="20642199"/>
                  </a:lnTo>
                  <a:lnTo>
                    <a:pt x="30517706" y="144780"/>
                  </a:lnTo>
                  <a:close/>
                  <a:moveTo>
                    <a:pt x="144780" y="20642199"/>
                  </a:moveTo>
                  <a:lnTo>
                    <a:pt x="30517706" y="20642199"/>
                  </a:lnTo>
                  <a:lnTo>
                    <a:pt x="30517706" y="20786978"/>
                  </a:lnTo>
                  <a:lnTo>
                    <a:pt x="144780" y="20786978"/>
                  </a:lnTo>
                  <a:lnTo>
                    <a:pt x="144780" y="20642199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496812"/>
            <a:ext cx="4404081" cy="3075188"/>
            <a:chOff x="0" y="0"/>
            <a:chExt cx="30662486" cy="21410347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1265566"/>
            </a:xfrm>
            <a:custGeom>
              <a:avLst/>
              <a:gdLst/>
              <a:ahLst/>
              <a:cxnLst/>
              <a:rect l="l" t="t" r="r" b="b"/>
              <a:pathLst>
                <a:path w="30517706" h="21265566">
                  <a:moveTo>
                    <a:pt x="0" y="0"/>
                  </a:moveTo>
                  <a:lnTo>
                    <a:pt x="30517706" y="0"/>
                  </a:lnTo>
                  <a:lnTo>
                    <a:pt x="30517706" y="21265566"/>
                  </a:lnTo>
                  <a:lnTo>
                    <a:pt x="0" y="21265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1410347"/>
            </a:xfrm>
            <a:custGeom>
              <a:avLst/>
              <a:gdLst/>
              <a:ahLst/>
              <a:cxnLst/>
              <a:rect l="l" t="t" r="r" b="b"/>
              <a:pathLst>
                <a:path w="30662485" h="21410347">
                  <a:moveTo>
                    <a:pt x="30517706" y="21265567"/>
                  </a:moveTo>
                  <a:lnTo>
                    <a:pt x="30662485" y="21265567"/>
                  </a:lnTo>
                  <a:lnTo>
                    <a:pt x="30662485" y="21410347"/>
                  </a:lnTo>
                  <a:lnTo>
                    <a:pt x="30517706" y="21410347"/>
                  </a:lnTo>
                  <a:lnTo>
                    <a:pt x="30517706" y="2126556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265567"/>
                  </a:lnTo>
                  <a:lnTo>
                    <a:pt x="0" y="21265567"/>
                  </a:lnTo>
                  <a:lnTo>
                    <a:pt x="0" y="144780"/>
                  </a:lnTo>
                  <a:close/>
                  <a:moveTo>
                    <a:pt x="0" y="21265567"/>
                  </a:moveTo>
                  <a:lnTo>
                    <a:pt x="144780" y="21265567"/>
                  </a:lnTo>
                  <a:lnTo>
                    <a:pt x="144780" y="21410347"/>
                  </a:lnTo>
                  <a:lnTo>
                    <a:pt x="0" y="21410347"/>
                  </a:lnTo>
                  <a:lnTo>
                    <a:pt x="0" y="21265567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265567"/>
                  </a:lnTo>
                  <a:lnTo>
                    <a:pt x="30517706" y="21265567"/>
                  </a:lnTo>
                  <a:lnTo>
                    <a:pt x="30517706" y="144780"/>
                  </a:lnTo>
                  <a:close/>
                  <a:moveTo>
                    <a:pt x="144780" y="21265567"/>
                  </a:moveTo>
                  <a:lnTo>
                    <a:pt x="30517706" y="21265567"/>
                  </a:lnTo>
                  <a:lnTo>
                    <a:pt x="30517706" y="21410347"/>
                  </a:lnTo>
                  <a:lnTo>
                    <a:pt x="144780" y="21410347"/>
                  </a:lnTo>
                  <a:lnTo>
                    <a:pt x="144780" y="21265567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4745200"/>
            <a:ext cx="4404081" cy="3484400"/>
            <a:chOff x="0" y="0"/>
            <a:chExt cx="30662486" cy="24259401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422214" y="5962529"/>
            <a:ext cx="1527955" cy="1750782"/>
          </a:xfrm>
          <a:custGeom>
            <a:avLst/>
            <a:gdLst/>
            <a:ahLst/>
            <a:cxnLst/>
            <a:rect l="l" t="t" r="r" b="b"/>
            <a:pathLst>
              <a:path w="1527955" h="1750782">
                <a:moveTo>
                  <a:pt x="0" y="0"/>
                </a:moveTo>
                <a:lnTo>
                  <a:pt x="1527956" y="0"/>
                </a:lnTo>
                <a:lnTo>
                  <a:pt x="1527956" y="1750782"/>
                </a:lnTo>
                <a:lnTo>
                  <a:pt x="0" y="17507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981288" y="2008086"/>
            <a:ext cx="2436255" cy="2474379"/>
          </a:xfrm>
          <a:custGeom>
            <a:avLst/>
            <a:gdLst/>
            <a:ahLst/>
            <a:cxnLst/>
            <a:rect l="l" t="t" r="r" b="b"/>
            <a:pathLst>
              <a:path w="2436255" h="2474379">
                <a:moveTo>
                  <a:pt x="0" y="0"/>
                </a:moveTo>
                <a:lnTo>
                  <a:pt x="2436256" y="0"/>
                </a:lnTo>
                <a:lnTo>
                  <a:pt x="2436256" y="2474379"/>
                </a:lnTo>
                <a:lnTo>
                  <a:pt x="0" y="2474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999" t="-7648" r="-7344" b="-9856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48493" y="8401050"/>
            <a:ext cx="229858" cy="235752"/>
          </a:xfrm>
          <a:custGeom>
            <a:avLst/>
            <a:gdLst/>
            <a:ahLst/>
            <a:cxnLst/>
            <a:rect l="l" t="t" r="r" b="b"/>
            <a:pathLst>
              <a:path w="229858" h="235752">
                <a:moveTo>
                  <a:pt x="0" y="0"/>
                </a:moveTo>
                <a:lnTo>
                  <a:pt x="229858" y="0"/>
                </a:lnTo>
                <a:lnTo>
                  <a:pt x="229858" y="235752"/>
                </a:lnTo>
                <a:lnTo>
                  <a:pt x="0" y="235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968064" y="1627778"/>
            <a:ext cx="2436254" cy="414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9268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9268" y="1553394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07371" y="299564"/>
            <a:ext cx="2844122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Cyclohexane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77970" y="141766"/>
            <a:ext cx="636430" cy="38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06.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13091" y="775180"/>
            <a:ext cx="440408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Cyclohexane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Cyclohexane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1629438" y="2659121"/>
            <a:ext cx="2303740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C₆H₁₂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6531" y="6472159"/>
            <a:ext cx="4286818" cy="34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0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0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0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0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0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</a:p>
        </p:txBody>
      </p:sp>
      <p:sp>
        <p:nvSpPr>
          <p:cNvPr id="35" name="Freeform 35"/>
          <p:cNvSpPr/>
          <p:nvPr/>
        </p:nvSpPr>
        <p:spPr>
          <a:xfrm>
            <a:off x="3117156" y="8402994"/>
            <a:ext cx="229858" cy="235752"/>
          </a:xfrm>
          <a:custGeom>
            <a:avLst/>
            <a:gdLst/>
            <a:ahLst/>
            <a:cxnLst/>
            <a:rect l="l" t="t" r="r" b="b"/>
            <a:pathLst>
              <a:path w="229858" h="235752">
                <a:moveTo>
                  <a:pt x="0" y="0"/>
                </a:moveTo>
                <a:lnTo>
                  <a:pt x="229858" y="0"/>
                </a:lnTo>
                <a:lnTo>
                  <a:pt x="229858" y="235753"/>
                </a:lnTo>
                <a:lnTo>
                  <a:pt x="0" y="2357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281948" y="8385596"/>
            <a:ext cx="229858" cy="235752"/>
          </a:xfrm>
          <a:custGeom>
            <a:avLst/>
            <a:gdLst/>
            <a:ahLst/>
            <a:cxnLst/>
            <a:rect l="l" t="t" r="r" b="b"/>
            <a:pathLst>
              <a:path w="229858" h="235752">
                <a:moveTo>
                  <a:pt x="0" y="0"/>
                </a:moveTo>
                <a:lnTo>
                  <a:pt x="229859" y="0"/>
                </a:lnTo>
                <a:lnTo>
                  <a:pt x="229859" y="235752"/>
                </a:lnTo>
                <a:lnTo>
                  <a:pt x="0" y="235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7717172" y="8385596"/>
            <a:ext cx="229858" cy="235752"/>
          </a:xfrm>
          <a:custGeom>
            <a:avLst/>
            <a:gdLst/>
            <a:ahLst/>
            <a:cxnLst/>
            <a:rect l="l" t="t" r="r" b="b"/>
            <a:pathLst>
              <a:path w="229858" h="235752">
                <a:moveTo>
                  <a:pt x="0" y="0"/>
                </a:moveTo>
                <a:lnTo>
                  <a:pt x="229859" y="0"/>
                </a:lnTo>
                <a:lnTo>
                  <a:pt x="229859" y="235752"/>
                </a:lnTo>
                <a:lnTo>
                  <a:pt x="0" y="235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420032"/>
            <a:ext cx="4404081" cy="3115618"/>
            <a:chOff x="0" y="0"/>
            <a:chExt cx="30662486" cy="21691837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21547058"/>
            </a:xfrm>
            <a:custGeom>
              <a:avLst/>
              <a:gdLst/>
              <a:ahLst/>
              <a:cxnLst/>
              <a:rect l="l" t="t" r="r" b="b"/>
              <a:pathLst>
                <a:path w="30517706" h="21547058">
                  <a:moveTo>
                    <a:pt x="0" y="0"/>
                  </a:moveTo>
                  <a:lnTo>
                    <a:pt x="30517706" y="0"/>
                  </a:lnTo>
                  <a:lnTo>
                    <a:pt x="30517706" y="21547058"/>
                  </a:lnTo>
                  <a:lnTo>
                    <a:pt x="0" y="21547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21691837"/>
            </a:xfrm>
            <a:custGeom>
              <a:avLst/>
              <a:gdLst/>
              <a:ahLst/>
              <a:cxnLst/>
              <a:rect l="l" t="t" r="r" b="b"/>
              <a:pathLst>
                <a:path w="30662485" h="21691837">
                  <a:moveTo>
                    <a:pt x="30517706" y="21547057"/>
                  </a:moveTo>
                  <a:lnTo>
                    <a:pt x="30662485" y="21547057"/>
                  </a:lnTo>
                  <a:lnTo>
                    <a:pt x="30662485" y="21691837"/>
                  </a:lnTo>
                  <a:lnTo>
                    <a:pt x="30517706" y="21691837"/>
                  </a:lnTo>
                  <a:lnTo>
                    <a:pt x="30517706" y="2154705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547057"/>
                  </a:lnTo>
                  <a:lnTo>
                    <a:pt x="0" y="21547057"/>
                  </a:lnTo>
                  <a:lnTo>
                    <a:pt x="0" y="144780"/>
                  </a:lnTo>
                  <a:close/>
                  <a:moveTo>
                    <a:pt x="0" y="21547057"/>
                  </a:moveTo>
                  <a:lnTo>
                    <a:pt x="144780" y="21547057"/>
                  </a:lnTo>
                  <a:lnTo>
                    <a:pt x="144780" y="21691837"/>
                  </a:lnTo>
                  <a:lnTo>
                    <a:pt x="0" y="21691837"/>
                  </a:lnTo>
                  <a:lnTo>
                    <a:pt x="0" y="21547057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547057"/>
                  </a:lnTo>
                  <a:lnTo>
                    <a:pt x="30517706" y="21547057"/>
                  </a:lnTo>
                  <a:lnTo>
                    <a:pt x="30517706" y="144780"/>
                  </a:lnTo>
                  <a:close/>
                  <a:moveTo>
                    <a:pt x="144780" y="21547057"/>
                  </a:moveTo>
                  <a:lnTo>
                    <a:pt x="30517706" y="21547057"/>
                  </a:lnTo>
                  <a:lnTo>
                    <a:pt x="30517706" y="21691837"/>
                  </a:lnTo>
                  <a:lnTo>
                    <a:pt x="144780" y="21691837"/>
                  </a:lnTo>
                  <a:lnTo>
                    <a:pt x="144780" y="21547057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420032"/>
            <a:ext cx="4404081" cy="3151968"/>
            <a:chOff x="0" y="0"/>
            <a:chExt cx="30662486" cy="21944915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1800135"/>
            </a:xfrm>
            <a:custGeom>
              <a:avLst/>
              <a:gdLst/>
              <a:ahLst/>
              <a:cxnLst/>
              <a:rect l="l" t="t" r="r" b="b"/>
              <a:pathLst>
                <a:path w="30517706" h="21800135">
                  <a:moveTo>
                    <a:pt x="0" y="0"/>
                  </a:moveTo>
                  <a:lnTo>
                    <a:pt x="30517706" y="0"/>
                  </a:lnTo>
                  <a:lnTo>
                    <a:pt x="30517706" y="21800135"/>
                  </a:lnTo>
                  <a:lnTo>
                    <a:pt x="0" y="218001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1944915"/>
            </a:xfrm>
            <a:custGeom>
              <a:avLst/>
              <a:gdLst/>
              <a:ahLst/>
              <a:cxnLst/>
              <a:rect l="l" t="t" r="r" b="b"/>
              <a:pathLst>
                <a:path w="30662485" h="21944915">
                  <a:moveTo>
                    <a:pt x="30517706" y="21800134"/>
                  </a:moveTo>
                  <a:lnTo>
                    <a:pt x="30662485" y="21800134"/>
                  </a:lnTo>
                  <a:lnTo>
                    <a:pt x="30662485" y="21944915"/>
                  </a:lnTo>
                  <a:lnTo>
                    <a:pt x="30517706" y="21944915"/>
                  </a:lnTo>
                  <a:lnTo>
                    <a:pt x="30517706" y="218001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800134"/>
                  </a:lnTo>
                  <a:lnTo>
                    <a:pt x="0" y="21800134"/>
                  </a:lnTo>
                  <a:lnTo>
                    <a:pt x="0" y="144780"/>
                  </a:lnTo>
                  <a:close/>
                  <a:moveTo>
                    <a:pt x="0" y="21800134"/>
                  </a:moveTo>
                  <a:lnTo>
                    <a:pt x="144780" y="21800134"/>
                  </a:lnTo>
                  <a:lnTo>
                    <a:pt x="144780" y="21944915"/>
                  </a:lnTo>
                  <a:lnTo>
                    <a:pt x="0" y="21944915"/>
                  </a:lnTo>
                  <a:lnTo>
                    <a:pt x="0" y="21800134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800134"/>
                  </a:lnTo>
                  <a:lnTo>
                    <a:pt x="30517706" y="21800134"/>
                  </a:lnTo>
                  <a:lnTo>
                    <a:pt x="30517706" y="144780"/>
                  </a:lnTo>
                  <a:close/>
                  <a:moveTo>
                    <a:pt x="144780" y="21800134"/>
                  </a:moveTo>
                  <a:lnTo>
                    <a:pt x="30517706" y="21800134"/>
                  </a:lnTo>
                  <a:lnTo>
                    <a:pt x="30517706" y="21944915"/>
                  </a:lnTo>
                  <a:lnTo>
                    <a:pt x="144780" y="21944915"/>
                  </a:lnTo>
                  <a:lnTo>
                    <a:pt x="144780" y="21800134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4745200"/>
            <a:ext cx="4404081" cy="3484400"/>
            <a:chOff x="0" y="0"/>
            <a:chExt cx="30662486" cy="24259401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616776" y="5764375"/>
            <a:ext cx="1138832" cy="1982145"/>
          </a:xfrm>
          <a:custGeom>
            <a:avLst/>
            <a:gdLst/>
            <a:ahLst/>
            <a:cxnLst/>
            <a:rect l="l" t="t" r="r" b="b"/>
            <a:pathLst>
              <a:path w="1138832" h="1982145">
                <a:moveTo>
                  <a:pt x="0" y="0"/>
                </a:moveTo>
                <a:lnTo>
                  <a:pt x="1138832" y="0"/>
                </a:lnTo>
                <a:lnTo>
                  <a:pt x="1138832" y="1982145"/>
                </a:lnTo>
                <a:lnTo>
                  <a:pt x="0" y="1982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818676" y="2006325"/>
            <a:ext cx="2735031" cy="2476140"/>
          </a:xfrm>
          <a:custGeom>
            <a:avLst/>
            <a:gdLst/>
            <a:ahLst/>
            <a:cxnLst/>
            <a:rect l="l" t="t" r="r" b="b"/>
            <a:pathLst>
              <a:path w="2735031" h="2476140">
                <a:moveTo>
                  <a:pt x="0" y="0"/>
                </a:moveTo>
                <a:lnTo>
                  <a:pt x="2735032" y="0"/>
                </a:lnTo>
                <a:lnTo>
                  <a:pt x="2735032" y="2476140"/>
                </a:lnTo>
                <a:lnTo>
                  <a:pt x="0" y="2476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012" b="-2443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13083" y="8446310"/>
            <a:ext cx="202693" cy="207890"/>
          </a:xfrm>
          <a:custGeom>
            <a:avLst/>
            <a:gdLst/>
            <a:ahLst/>
            <a:cxnLst/>
            <a:rect l="l" t="t" r="r" b="b"/>
            <a:pathLst>
              <a:path w="202693" h="207890">
                <a:moveTo>
                  <a:pt x="0" y="0"/>
                </a:moveTo>
                <a:lnTo>
                  <a:pt x="202693" y="0"/>
                </a:lnTo>
                <a:lnTo>
                  <a:pt x="202693" y="207891"/>
                </a:lnTo>
                <a:lnTo>
                  <a:pt x="0" y="207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117451" y="1586911"/>
            <a:ext cx="2137479" cy="414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9268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9268" y="16005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06013" y="299564"/>
            <a:ext cx="3218237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Cyclohexanone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740" y="98586"/>
            <a:ext cx="510343" cy="38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07.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89122" y="811375"/>
            <a:ext cx="440408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 Cyclohexanone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Cyclohexanone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1887009" y="2920691"/>
            <a:ext cx="1788598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C₆H₁₀O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5776" y="6251180"/>
            <a:ext cx="4027641" cy="39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</a:t>
            </a:r>
          </a:p>
        </p:txBody>
      </p:sp>
      <p:sp>
        <p:nvSpPr>
          <p:cNvPr id="35" name="Freeform 35"/>
          <p:cNvSpPr/>
          <p:nvPr/>
        </p:nvSpPr>
        <p:spPr>
          <a:xfrm>
            <a:off x="3127413" y="8430856"/>
            <a:ext cx="202693" cy="207890"/>
          </a:xfrm>
          <a:custGeom>
            <a:avLst/>
            <a:gdLst/>
            <a:ahLst/>
            <a:cxnLst/>
            <a:rect l="l" t="t" r="r" b="b"/>
            <a:pathLst>
              <a:path w="202693" h="207890">
                <a:moveTo>
                  <a:pt x="0" y="0"/>
                </a:moveTo>
                <a:lnTo>
                  <a:pt x="202694" y="0"/>
                </a:lnTo>
                <a:lnTo>
                  <a:pt x="202694" y="207890"/>
                </a:lnTo>
                <a:lnTo>
                  <a:pt x="0" y="207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312439" y="8415953"/>
            <a:ext cx="202693" cy="207890"/>
          </a:xfrm>
          <a:custGeom>
            <a:avLst/>
            <a:gdLst/>
            <a:ahLst/>
            <a:cxnLst/>
            <a:rect l="l" t="t" r="r" b="b"/>
            <a:pathLst>
              <a:path w="202693" h="207890">
                <a:moveTo>
                  <a:pt x="0" y="0"/>
                </a:moveTo>
                <a:lnTo>
                  <a:pt x="202693" y="0"/>
                </a:lnTo>
                <a:lnTo>
                  <a:pt x="202693" y="207890"/>
                </a:lnTo>
                <a:lnTo>
                  <a:pt x="0" y="207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7747673" y="8401050"/>
            <a:ext cx="202693" cy="207890"/>
          </a:xfrm>
          <a:custGeom>
            <a:avLst/>
            <a:gdLst/>
            <a:ahLst/>
            <a:cxnLst/>
            <a:rect l="l" t="t" r="r" b="b"/>
            <a:pathLst>
              <a:path w="202693" h="207890">
                <a:moveTo>
                  <a:pt x="0" y="0"/>
                </a:moveTo>
                <a:lnTo>
                  <a:pt x="202693" y="0"/>
                </a:lnTo>
                <a:lnTo>
                  <a:pt x="202693" y="207890"/>
                </a:lnTo>
                <a:lnTo>
                  <a:pt x="0" y="207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7149" y="1420032"/>
            <a:ext cx="4404081" cy="3115618"/>
            <a:chOff x="0" y="0"/>
            <a:chExt cx="30662486" cy="21691837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21547058"/>
            </a:xfrm>
            <a:custGeom>
              <a:avLst/>
              <a:gdLst/>
              <a:ahLst/>
              <a:cxnLst/>
              <a:rect l="l" t="t" r="r" b="b"/>
              <a:pathLst>
                <a:path w="30517706" h="21547058">
                  <a:moveTo>
                    <a:pt x="0" y="0"/>
                  </a:moveTo>
                  <a:lnTo>
                    <a:pt x="30517706" y="0"/>
                  </a:lnTo>
                  <a:lnTo>
                    <a:pt x="30517706" y="21547058"/>
                  </a:lnTo>
                  <a:lnTo>
                    <a:pt x="0" y="21547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21691837"/>
            </a:xfrm>
            <a:custGeom>
              <a:avLst/>
              <a:gdLst/>
              <a:ahLst/>
              <a:cxnLst/>
              <a:rect l="l" t="t" r="r" b="b"/>
              <a:pathLst>
                <a:path w="30662485" h="21691837">
                  <a:moveTo>
                    <a:pt x="30517706" y="21547057"/>
                  </a:moveTo>
                  <a:lnTo>
                    <a:pt x="30662485" y="21547057"/>
                  </a:lnTo>
                  <a:lnTo>
                    <a:pt x="30662485" y="21691837"/>
                  </a:lnTo>
                  <a:lnTo>
                    <a:pt x="30517706" y="21691837"/>
                  </a:lnTo>
                  <a:lnTo>
                    <a:pt x="30517706" y="2154705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547057"/>
                  </a:lnTo>
                  <a:lnTo>
                    <a:pt x="0" y="21547057"/>
                  </a:lnTo>
                  <a:lnTo>
                    <a:pt x="0" y="144780"/>
                  </a:lnTo>
                  <a:close/>
                  <a:moveTo>
                    <a:pt x="0" y="21547057"/>
                  </a:moveTo>
                  <a:lnTo>
                    <a:pt x="144780" y="21547057"/>
                  </a:lnTo>
                  <a:lnTo>
                    <a:pt x="144780" y="21691837"/>
                  </a:lnTo>
                  <a:lnTo>
                    <a:pt x="0" y="21691837"/>
                  </a:lnTo>
                  <a:lnTo>
                    <a:pt x="0" y="21547057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547057"/>
                  </a:lnTo>
                  <a:lnTo>
                    <a:pt x="30517706" y="21547057"/>
                  </a:lnTo>
                  <a:lnTo>
                    <a:pt x="30517706" y="144780"/>
                  </a:lnTo>
                  <a:close/>
                  <a:moveTo>
                    <a:pt x="144780" y="21547057"/>
                  </a:moveTo>
                  <a:lnTo>
                    <a:pt x="30517706" y="21547057"/>
                  </a:lnTo>
                  <a:lnTo>
                    <a:pt x="30517706" y="21691837"/>
                  </a:lnTo>
                  <a:lnTo>
                    <a:pt x="144780" y="21691837"/>
                  </a:lnTo>
                  <a:lnTo>
                    <a:pt x="144780" y="21547057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420032"/>
            <a:ext cx="4404081" cy="3115618"/>
            <a:chOff x="0" y="0"/>
            <a:chExt cx="30662486" cy="21691837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1547058"/>
            </a:xfrm>
            <a:custGeom>
              <a:avLst/>
              <a:gdLst/>
              <a:ahLst/>
              <a:cxnLst/>
              <a:rect l="l" t="t" r="r" b="b"/>
              <a:pathLst>
                <a:path w="30517706" h="21547058">
                  <a:moveTo>
                    <a:pt x="0" y="0"/>
                  </a:moveTo>
                  <a:lnTo>
                    <a:pt x="30517706" y="0"/>
                  </a:lnTo>
                  <a:lnTo>
                    <a:pt x="30517706" y="21547058"/>
                  </a:lnTo>
                  <a:lnTo>
                    <a:pt x="0" y="21547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1691837"/>
            </a:xfrm>
            <a:custGeom>
              <a:avLst/>
              <a:gdLst/>
              <a:ahLst/>
              <a:cxnLst/>
              <a:rect l="l" t="t" r="r" b="b"/>
              <a:pathLst>
                <a:path w="30662485" h="21691837">
                  <a:moveTo>
                    <a:pt x="30517706" y="21547057"/>
                  </a:moveTo>
                  <a:lnTo>
                    <a:pt x="30662485" y="21547057"/>
                  </a:lnTo>
                  <a:lnTo>
                    <a:pt x="30662485" y="21691837"/>
                  </a:lnTo>
                  <a:lnTo>
                    <a:pt x="30517706" y="21691837"/>
                  </a:lnTo>
                  <a:lnTo>
                    <a:pt x="30517706" y="2154705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547057"/>
                  </a:lnTo>
                  <a:lnTo>
                    <a:pt x="0" y="21547057"/>
                  </a:lnTo>
                  <a:lnTo>
                    <a:pt x="0" y="144780"/>
                  </a:lnTo>
                  <a:close/>
                  <a:moveTo>
                    <a:pt x="0" y="21547057"/>
                  </a:moveTo>
                  <a:lnTo>
                    <a:pt x="144780" y="21547057"/>
                  </a:lnTo>
                  <a:lnTo>
                    <a:pt x="144780" y="21691837"/>
                  </a:lnTo>
                  <a:lnTo>
                    <a:pt x="0" y="21691837"/>
                  </a:lnTo>
                  <a:lnTo>
                    <a:pt x="0" y="21547057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547057"/>
                  </a:lnTo>
                  <a:lnTo>
                    <a:pt x="30517706" y="21547057"/>
                  </a:lnTo>
                  <a:lnTo>
                    <a:pt x="30517706" y="144780"/>
                  </a:lnTo>
                  <a:close/>
                  <a:moveTo>
                    <a:pt x="144780" y="21547057"/>
                  </a:moveTo>
                  <a:lnTo>
                    <a:pt x="30517706" y="21547057"/>
                  </a:lnTo>
                  <a:lnTo>
                    <a:pt x="30517706" y="21691837"/>
                  </a:lnTo>
                  <a:lnTo>
                    <a:pt x="144780" y="21691837"/>
                  </a:lnTo>
                  <a:lnTo>
                    <a:pt x="144780" y="21547057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4745200"/>
            <a:ext cx="4404081" cy="3484400"/>
            <a:chOff x="0" y="0"/>
            <a:chExt cx="30662486" cy="24259401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615701" y="6042854"/>
            <a:ext cx="3140983" cy="1644733"/>
          </a:xfrm>
          <a:custGeom>
            <a:avLst/>
            <a:gdLst/>
            <a:ahLst/>
            <a:cxnLst/>
            <a:rect l="l" t="t" r="r" b="b"/>
            <a:pathLst>
              <a:path w="3140983" h="1644733">
                <a:moveTo>
                  <a:pt x="0" y="0"/>
                </a:moveTo>
                <a:lnTo>
                  <a:pt x="3140982" y="0"/>
                </a:lnTo>
                <a:lnTo>
                  <a:pt x="3140982" y="1644733"/>
                </a:lnTo>
                <a:lnTo>
                  <a:pt x="0" y="1644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253008" y="2078694"/>
            <a:ext cx="3866368" cy="2393699"/>
          </a:xfrm>
          <a:custGeom>
            <a:avLst/>
            <a:gdLst/>
            <a:ahLst/>
            <a:cxnLst/>
            <a:rect l="l" t="t" r="r" b="b"/>
            <a:pathLst>
              <a:path w="3866368" h="2393699">
                <a:moveTo>
                  <a:pt x="0" y="0"/>
                </a:moveTo>
                <a:lnTo>
                  <a:pt x="3866368" y="0"/>
                </a:lnTo>
                <a:lnTo>
                  <a:pt x="3866368" y="2393698"/>
                </a:lnTo>
                <a:lnTo>
                  <a:pt x="0" y="2393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61" t="-37062" r="-3721" b="-39938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31000" y="8385596"/>
            <a:ext cx="283400" cy="290667"/>
          </a:xfrm>
          <a:custGeom>
            <a:avLst/>
            <a:gdLst/>
            <a:ahLst/>
            <a:cxnLst/>
            <a:rect l="l" t="t" r="r" b="b"/>
            <a:pathLst>
              <a:path w="283400" h="290667">
                <a:moveTo>
                  <a:pt x="0" y="0"/>
                </a:moveTo>
                <a:lnTo>
                  <a:pt x="283400" y="0"/>
                </a:lnTo>
                <a:lnTo>
                  <a:pt x="283400" y="290666"/>
                </a:lnTo>
                <a:lnTo>
                  <a:pt x="0" y="29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108794" y="1587193"/>
            <a:ext cx="2442279" cy="414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9268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7149" y="1672928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848766" y="256384"/>
            <a:ext cx="3275268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Acetaminophen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036" y="98586"/>
            <a:ext cx="537964" cy="38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08.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36722" y="811375"/>
            <a:ext cx="469935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Paracetamol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N- (4 hydroxyphenyl)acetamide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44283" y="2758284"/>
            <a:ext cx="2874050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C₈H₉NO₂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8406" y="6449930"/>
            <a:ext cx="3641566" cy="39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HOC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6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4</a:t>
            </a:r>
            <a:r>
              <a:rPr lang="en-US" sz="23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NHCOCH</a:t>
            </a:r>
            <a:r>
              <a:rPr lang="en-US" sz="23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</a:p>
        </p:txBody>
      </p:sp>
      <p:sp>
        <p:nvSpPr>
          <p:cNvPr id="34" name="Freeform 34"/>
          <p:cNvSpPr/>
          <p:nvPr/>
        </p:nvSpPr>
        <p:spPr>
          <a:xfrm>
            <a:off x="3136722" y="8388299"/>
            <a:ext cx="283400" cy="290667"/>
          </a:xfrm>
          <a:custGeom>
            <a:avLst/>
            <a:gdLst/>
            <a:ahLst/>
            <a:cxnLst/>
            <a:rect l="l" t="t" r="r" b="b"/>
            <a:pathLst>
              <a:path w="283400" h="290667">
                <a:moveTo>
                  <a:pt x="0" y="0"/>
                </a:moveTo>
                <a:lnTo>
                  <a:pt x="283400" y="0"/>
                </a:lnTo>
                <a:lnTo>
                  <a:pt x="283400" y="290667"/>
                </a:lnTo>
                <a:lnTo>
                  <a:pt x="0" y="290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5297674" y="8374565"/>
            <a:ext cx="283400" cy="290667"/>
          </a:xfrm>
          <a:custGeom>
            <a:avLst/>
            <a:gdLst/>
            <a:ahLst/>
            <a:cxnLst/>
            <a:rect l="l" t="t" r="r" b="b"/>
            <a:pathLst>
              <a:path w="283400" h="290667">
                <a:moveTo>
                  <a:pt x="0" y="0"/>
                </a:moveTo>
                <a:lnTo>
                  <a:pt x="283400" y="0"/>
                </a:lnTo>
                <a:lnTo>
                  <a:pt x="283400" y="290666"/>
                </a:lnTo>
                <a:lnTo>
                  <a:pt x="0" y="29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7709573" y="8363534"/>
            <a:ext cx="283400" cy="290667"/>
          </a:xfrm>
          <a:custGeom>
            <a:avLst/>
            <a:gdLst/>
            <a:ahLst/>
            <a:cxnLst/>
            <a:rect l="l" t="t" r="r" b="b"/>
            <a:pathLst>
              <a:path w="283400" h="290667">
                <a:moveTo>
                  <a:pt x="0" y="0"/>
                </a:moveTo>
                <a:lnTo>
                  <a:pt x="283400" y="0"/>
                </a:lnTo>
                <a:lnTo>
                  <a:pt x="283400" y="290667"/>
                </a:lnTo>
                <a:lnTo>
                  <a:pt x="0" y="290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408602"/>
            <a:ext cx="4404081" cy="3127048"/>
            <a:chOff x="0" y="0"/>
            <a:chExt cx="30662486" cy="21771413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21626633"/>
            </a:xfrm>
            <a:custGeom>
              <a:avLst/>
              <a:gdLst/>
              <a:ahLst/>
              <a:cxnLst/>
              <a:rect l="l" t="t" r="r" b="b"/>
              <a:pathLst>
                <a:path w="30517706" h="21626633">
                  <a:moveTo>
                    <a:pt x="0" y="0"/>
                  </a:moveTo>
                  <a:lnTo>
                    <a:pt x="30517706" y="0"/>
                  </a:lnTo>
                  <a:lnTo>
                    <a:pt x="30517706" y="21626633"/>
                  </a:lnTo>
                  <a:lnTo>
                    <a:pt x="0" y="21626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21771414"/>
            </a:xfrm>
            <a:custGeom>
              <a:avLst/>
              <a:gdLst/>
              <a:ahLst/>
              <a:cxnLst/>
              <a:rect l="l" t="t" r="r" b="b"/>
              <a:pathLst>
                <a:path w="30662485" h="21771414">
                  <a:moveTo>
                    <a:pt x="30517706" y="21626633"/>
                  </a:moveTo>
                  <a:lnTo>
                    <a:pt x="30662485" y="21626633"/>
                  </a:lnTo>
                  <a:lnTo>
                    <a:pt x="30662485" y="21771414"/>
                  </a:lnTo>
                  <a:lnTo>
                    <a:pt x="30517706" y="21771414"/>
                  </a:lnTo>
                  <a:lnTo>
                    <a:pt x="30517706" y="2162663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626633"/>
                  </a:lnTo>
                  <a:lnTo>
                    <a:pt x="0" y="21626633"/>
                  </a:lnTo>
                  <a:lnTo>
                    <a:pt x="0" y="144780"/>
                  </a:lnTo>
                  <a:close/>
                  <a:moveTo>
                    <a:pt x="0" y="21626633"/>
                  </a:moveTo>
                  <a:lnTo>
                    <a:pt x="144780" y="21626633"/>
                  </a:lnTo>
                  <a:lnTo>
                    <a:pt x="144780" y="21771414"/>
                  </a:lnTo>
                  <a:lnTo>
                    <a:pt x="0" y="21771414"/>
                  </a:lnTo>
                  <a:lnTo>
                    <a:pt x="0" y="21626633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626633"/>
                  </a:lnTo>
                  <a:lnTo>
                    <a:pt x="30517706" y="21626633"/>
                  </a:lnTo>
                  <a:lnTo>
                    <a:pt x="30517706" y="144780"/>
                  </a:lnTo>
                  <a:close/>
                  <a:moveTo>
                    <a:pt x="144780" y="21626633"/>
                  </a:moveTo>
                  <a:lnTo>
                    <a:pt x="30517706" y="21626633"/>
                  </a:lnTo>
                  <a:lnTo>
                    <a:pt x="30517706" y="21771414"/>
                  </a:lnTo>
                  <a:lnTo>
                    <a:pt x="144780" y="21771414"/>
                  </a:lnTo>
                  <a:lnTo>
                    <a:pt x="144780" y="21626633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408602"/>
            <a:ext cx="4404081" cy="3127048"/>
            <a:chOff x="0" y="0"/>
            <a:chExt cx="30662486" cy="21771413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1626633"/>
            </a:xfrm>
            <a:custGeom>
              <a:avLst/>
              <a:gdLst/>
              <a:ahLst/>
              <a:cxnLst/>
              <a:rect l="l" t="t" r="r" b="b"/>
              <a:pathLst>
                <a:path w="30517706" h="21626633">
                  <a:moveTo>
                    <a:pt x="0" y="0"/>
                  </a:moveTo>
                  <a:lnTo>
                    <a:pt x="30517706" y="0"/>
                  </a:lnTo>
                  <a:lnTo>
                    <a:pt x="30517706" y="21626633"/>
                  </a:lnTo>
                  <a:lnTo>
                    <a:pt x="0" y="21626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1771414"/>
            </a:xfrm>
            <a:custGeom>
              <a:avLst/>
              <a:gdLst/>
              <a:ahLst/>
              <a:cxnLst/>
              <a:rect l="l" t="t" r="r" b="b"/>
              <a:pathLst>
                <a:path w="30662485" h="21771414">
                  <a:moveTo>
                    <a:pt x="30517706" y="21626633"/>
                  </a:moveTo>
                  <a:lnTo>
                    <a:pt x="30662485" y="21626633"/>
                  </a:lnTo>
                  <a:lnTo>
                    <a:pt x="30662485" y="21771414"/>
                  </a:lnTo>
                  <a:lnTo>
                    <a:pt x="30517706" y="21771414"/>
                  </a:lnTo>
                  <a:lnTo>
                    <a:pt x="30517706" y="2162663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626633"/>
                  </a:lnTo>
                  <a:lnTo>
                    <a:pt x="0" y="21626633"/>
                  </a:lnTo>
                  <a:lnTo>
                    <a:pt x="0" y="144780"/>
                  </a:lnTo>
                  <a:close/>
                  <a:moveTo>
                    <a:pt x="0" y="21626633"/>
                  </a:moveTo>
                  <a:lnTo>
                    <a:pt x="144780" y="21626633"/>
                  </a:lnTo>
                  <a:lnTo>
                    <a:pt x="144780" y="21771414"/>
                  </a:lnTo>
                  <a:lnTo>
                    <a:pt x="0" y="21771414"/>
                  </a:lnTo>
                  <a:lnTo>
                    <a:pt x="0" y="21626633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626633"/>
                  </a:lnTo>
                  <a:lnTo>
                    <a:pt x="30517706" y="21626633"/>
                  </a:lnTo>
                  <a:lnTo>
                    <a:pt x="30517706" y="144780"/>
                  </a:lnTo>
                  <a:close/>
                  <a:moveTo>
                    <a:pt x="144780" y="21626633"/>
                  </a:moveTo>
                  <a:lnTo>
                    <a:pt x="30517706" y="21626633"/>
                  </a:lnTo>
                  <a:lnTo>
                    <a:pt x="30517706" y="21771414"/>
                  </a:lnTo>
                  <a:lnTo>
                    <a:pt x="144780" y="21771414"/>
                  </a:lnTo>
                  <a:lnTo>
                    <a:pt x="144780" y="21626633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4745200"/>
            <a:ext cx="4404081" cy="3484400"/>
            <a:chOff x="0" y="0"/>
            <a:chExt cx="30662486" cy="24259401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295453" y="5554825"/>
            <a:ext cx="1841810" cy="2297042"/>
          </a:xfrm>
          <a:custGeom>
            <a:avLst/>
            <a:gdLst/>
            <a:ahLst/>
            <a:cxnLst/>
            <a:rect l="l" t="t" r="r" b="b"/>
            <a:pathLst>
              <a:path w="1841810" h="2297042">
                <a:moveTo>
                  <a:pt x="0" y="0"/>
                </a:moveTo>
                <a:lnTo>
                  <a:pt x="1841810" y="0"/>
                </a:lnTo>
                <a:lnTo>
                  <a:pt x="1841810" y="2297042"/>
                </a:lnTo>
                <a:lnTo>
                  <a:pt x="0" y="2297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994867" y="1915550"/>
            <a:ext cx="2382649" cy="2471293"/>
          </a:xfrm>
          <a:custGeom>
            <a:avLst/>
            <a:gdLst/>
            <a:ahLst/>
            <a:cxnLst/>
            <a:rect l="l" t="t" r="r" b="b"/>
            <a:pathLst>
              <a:path w="2382649" h="2471293">
                <a:moveTo>
                  <a:pt x="0" y="0"/>
                </a:moveTo>
                <a:lnTo>
                  <a:pt x="2382650" y="0"/>
                </a:lnTo>
                <a:lnTo>
                  <a:pt x="2382650" y="2471293"/>
                </a:lnTo>
                <a:lnTo>
                  <a:pt x="0" y="24712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10" t="-1722" r="-5065" b="-5273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077965" y="1600559"/>
            <a:ext cx="2059298" cy="414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9268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9268" y="16005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84410" y="256384"/>
            <a:ext cx="2061443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Aspirin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156" y="98586"/>
            <a:ext cx="520418" cy="38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09.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47014" y="818052"/>
            <a:ext cx="440408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Aspirin/ Acetylsalicylic acid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2-Acetoxybenzoic Acid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1899443" y="2914976"/>
            <a:ext cx="1763731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C₉H₈O₄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8230" y="6288055"/>
            <a:ext cx="4421918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CH₃COOC₆H₄COOH</a:t>
            </a:r>
          </a:p>
        </p:txBody>
      </p:sp>
      <p:sp>
        <p:nvSpPr>
          <p:cNvPr id="34" name="Freeform 34"/>
          <p:cNvSpPr/>
          <p:nvPr/>
        </p:nvSpPr>
        <p:spPr>
          <a:xfrm>
            <a:off x="623574" y="8446098"/>
            <a:ext cx="192202" cy="197130"/>
          </a:xfrm>
          <a:custGeom>
            <a:avLst/>
            <a:gdLst/>
            <a:ahLst/>
            <a:cxnLst/>
            <a:rect l="l" t="t" r="r" b="b"/>
            <a:pathLst>
              <a:path w="192202" h="197130">
                <a:moveTo>
                  <a:pt x="0" y="0"/>
                </a:moveTo>
                <a:lnTo>
                  <a:pt x="192202" y="0"/>
                </a:lnTo>
                <a:lnTo>
                  <a:pt x="192202" y="197130"/>
                </a:lnTo>
                <a:lnTo>
                  <a:pt x="0" y="197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3132659" y="8421333"/>
            <a:ext cx="192202" cy="197130"/>
          </a:xfrm>
          <a:custGeom>
            <a:avLst/>
            <a:gdLst/>
            <a:ahLst/>
            <a:cxnLst/>
            <a:rect l="l" t="t" r="r" b="b"/>
            <a:pathLst>
              <a:path w="192202" h="197130">
                <a:moveTo>
                  <a:pt x="0" y="0"/>
                </a:moveTo>
                <a:lnTo>
                  <a:pt x="192202" y="0"/>
                </a:lnTo>
                <a:lnTo>
                  <a:pt x="192202" y="197130"/>
                </a:lnTo>
                <a:lnTo>
                  <a:pt x="0" y="197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322930" y="8401050"/>
            <a:ext cx="192202" cy="197130"/>
          </a:xfrm>
          <a:custGeom>
            <a:avLst/>
            <a:gdLst/>
            <a:ahLst/>
            <a:cxnLst/>
            <a:rect l="l" t="t" r="r" b="b"/>
            <a:pathLst>
              <a:path w="192202" h="197130">
                <a:moveTo>
                  <a:pt x="0" y="0"/>
                </a:moveTo>
                <a:lnTo>
                  <a:pt x="192202" y="0"/>
                </a:lnTo>
                <a:lnTo>
                  <a:pt x="192202" y="197130"/>
                </a:lnTo>
                <a:lnTo>
                  <a:pt x="0" y="197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7757198" y="8385596"/>
            <a:ext cx="192202" cy="197130"/>
          </a:xfrm>
          <a:custGeom>
            <a:avLst/>
            <a:gdLst/>
            <a:ahLst/>
            <a:cxnLst/>
            <a:rect l="l" t="t" r="r" b="b"/>
            <a:pathLst>
              <a:path w="192202" h="197130">
                <a:moveTo>
                  <a:pt x="0" y="0"/>
                </a:moveTo>
                <a:lnTo>
                  <a:pt x="192201" y="0"/>
                </a:lnTo>
                <a:lnTo>
                  <a:pt x="192201" y="197129"/>
                </a:lnTo>
                <a:lnTo>
                  <a:pt x="0" y="1971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470681"/>
            <a:ext cx="4404081" cy="3064969"/>
            <a:chOff x="0" y="0"/>
            <a:chExt cx="30662486" cy="21339204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21194425"/>
            </a:xfrm>
            <a:custGeom>
              <a:avLst/>
              <a:gdLst/>
              <a:ahLst/>
              <a:cxnLst/>
              <a:rect l="l" t="t" r="r" b="b"/>
              <a:pathLst>
                <a:path w="30517706" h="21194425">
                  <a:moveTo>
                    <a:pt x="0" y="0"/>
                  </a:moveTo>
                  <a:lnTo>
                    <a:pt x="30517706" y="0"/>
                  </a:lnTo>
                  <a:lnTo>
                    <a:pt x="30517706" y="21194425"/>
                  </a:lnTo>
                  <a:lnTo>
                    <a:pt x="0" y="21194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21339204"/>
            </a:xfrm>
            <a:custGeom>
              <a:avLst/>
              <a:gdLst/>
              <a:ahLst/>
              <a:cxnLst/>
              <a:rect l="l" t="t" r="r" b="b"/>
              <a:pathLst>
                <a:path w="30662485" h="21339204">
                  <a:moveTo>
                    <a:pt x="30517706" y="21194424"/>
                  </a:moveTo>
                  <a:lnTo>
                    <a:pt x="30662485" y="21194424"/>
                  </a:lnTo>
                  <a:lnTo>
                    <a:pt x="30662485" y="21339204"/>
                  </a:lnTo>
                  <a:lnTo>
                    <a:pt x="30517706" y="21339204"/>
                  </a:lnTo>
                  <a:lnTo>
                    <a:pt x="30517706" y="211944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194424"/>
                  </a:lnTo>
                  <a:lnTo>
                    <a:pt x="0" y="21194424"/>
                  </a:lnTo>
                  <a:lnTo>
                    <a:pt x="0" y="144780"/>
                  </a:lnTo>
                  <a:close/>
                  <a:moveTo>
                    <a:pt x="0" y="21194424"/>
                  </a:moveTo>
                  <a:lnTo>
                    <a:pt x="144780" y="21194424"/>
                  </a:lnTo>
                  <a:lnTo>
                    <a:pt x="144780" y="21339204"/>
                  </a:lnTo>
                  <a:lnTo>
                    <a:pt x="0" y="21339204"/>
                  </a:lnTo>
                  <a:lnTo>
                    <a:pt x="0" y="21194424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194424"/>
                  </a:lnTo>
                  <a:lnTo>
                    <a:pt x="30517706" y="21194424"/>
                  </a:lnTo>
                  <a:lnTo>
                    <a:pt x="30517706" y="144780"/>
                  </a:lnTo>
                  <a:close/>
                  <a:moveTo>
                    <a:pt x="144780" y="21194424"/>
                  </a:moveTo>
                  <a:lnTo>
                    <a:pt x="30517706" y="21194424"/>
                  </a:lnTo>
                  <a:lnTo>
                    <a:pt x="30517706" y="21339204"/>
                  </a:lnTo>
                  <a:lnTo>
                    <a:pt x="144780" y="21339204"/>
                  </a:lnTo>
                  <a:lnTo>
                    <a:pt x="144780" y="21194424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470681"/>
            <a:ext cx="4404081" cy="3101319"/>
            <a:chOff x="0" y="0"/>
            <a:chExt cx="30662486" cy="21592282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1447503"/>
            </a:xfrm>
            <a:custGeom>
              <a:avLst/>
              <a:gdLst/>
              <a:ahLst/>
              <a:cxnLst/>
              <a:rect l="l" t="t" r="r" b="b"/>
              <a:pathLst>
                <a:path w="30517706" h="21447503">
                  <a:moveTo>
                    <a:pt x="0" y="0"/>
                  </a:moveTo>
                  <a:lnTo>
                    <a:pt x="30517706" y="0"/>
                  </a:lnTo>
                  <a:lnTo>
                    <a:pt x="30517706" y="21447503"/>
                  </a:lnTo>
                  <a:lnTo>
                    <a:pt x="0" y="214475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1592282"/>
            </a:xfrm>
            <a:custGeom>
              <a:avLst/>
              <a:gdLst/>
              <a:ahLst/>
              <a:cxnLst/>
              <a:rect l="l" t="t" r="r" b="b"/>
              <a:pathLst>
                <a:path w="30662485" h="21592282">
                  <a:moveTo>
                    <a:pt x="30517706" y="21447502"/>
                  </a:moveTo>
                  <a:lnTo>
                    <a:pt x="30662485" y="21447502"/>
                  </a:lnTo>
                  <a:lnTo>
                    <a:pt x="30662485" y="21592282"/>
                  </a:lnTo>
                  <a:lnTo>
                    <a:pt x="30517706" y="21592282"/>
                  </a:lnTo>
                  <a:lnTo>
                    <a:pt x="30517706" y="2144750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447502"/>
                  </a:lnTo>
                  <a:lnTo>
                    <a:pt x="0" y="21447502"/>
                  </a:lnTo>
                  <a:lnTo>
                    <a:pt x="0" y="144780"/>
                  </a:lnTo>
                  <a:close/>
                  <a:moveTo>
                    <a:pt x="0" y="21447502"/>
                  </a:moveTo>
                  <a:lnTo>
                    <a:pt x="144780" y="21447502"/>
                  </a:lnTo>
                  <a:lnTo>
                    <a:pt x="144780" y="21592282"/>
                  </a:lnTo>
                  <a:lnTo>
                    <a:pt x="0" y="21592282"/>
                  </a:lnTo>
                  <a:lnTo>
                    <a:pt x="0" y="21447502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1447502"/>
                  </a:lnTo>
                  <a:lnTo>
                    <a:pt x="30517706" y="21447502"/>
                  </a:lnTo>
                  <a:lnTo>
                    <a:pt x="30517706" y="144780"/>
                  </a:lnTo>
                  <a:close/>
                  <a:moveTo>
                    <a:pt x="144780" y="21447502"/>
                  </a:moveTo>
                  <a:lnTo>
                    <a:pt x="30517706" y="21447502"/>
                  </a:lnTo>
                  <a:lnTo>
                    <a:pt x="30517706" y="21592282"/>
                  </a:lnTo>
                  <a:lnTo>
                    <a:pt x="144780" y="21592282"/>
                  </a:lnTo>
                  <a:lnTo>
                    <a:pt x="144780" y="21447502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4745200"/>
            <a:ext cx="4404081" cy="3484400"/>
            <a:chOff x="0" y="0"/>
            <a:chExt cx="30662486" cy="24259401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107094" y="5764375"/>
            <a:ext cx="2158195" cy="2060095"/>
          </a:xfrm>
          <a:custGeom>
            <a:avLst/>
            <a:gdLst/>
            <a:ahLst/>
            <a:cxnLst/>
            <a:rect l="l" t="t" r="r" b="b"/>
            <a:pathLst>
              <a:path w="2158195" h="2060095">
                <a:moveTo>
                  <a:pt x="0" y="0"/>
                </a:moveTo>
                <a:lnTo>
                  <a:pt x="2158196" y="0"/>
                </a:lnTo>
                <a:lnTo>
                  <a:pt x="2158196" y="2060096"/>
                </a:lnTo>
                <a:lnTo>
                  <a:pt x="0" y="2060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641619" y="1963240"/>
            <a:ext cx="3089146" cy="2519225"/>
          </a:xfrm>
          <a:custGeom>
            <a:avLst/>
            <a:gdLst/>
            <a:ahLst/>
            <a:cxnLst/>
            <a:rect l="l" t="t" r="r" b="b"/>
            <a:pathLst>
              <a:path w="3089146" h="2519225">
                <a:moveTo>
                  <a:pt x="0" y="0"/>
                </a:moveTo>
                <a:lnTo>
                  <a:pt x="3089146" y="0"/>
                </a:lnTo>
                <a:lnTo>
                  <a:pt x="3089146" y="2519225"/>
                </a:lnTo>
                <a:lnTo>
                  <a:pt x="0" y="2519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002" r="-2297" b="-12437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12461" y="8457422"/>
            <a:ext cx="170121" cy="174483"/>
          </a:xfrm>
          <a:custGeom>
            <a:avLst/>
            <a:gdLst/>
            <a:ahLst/>
            <a:cxnLst/>
            <a:rect l="l" t="t" r="r" b="b"/>
            <a:pathLst>
              <a:path w="170121" h="174483">
                <a:moveTo>
                  <a:pt x="0" y="0"/>
                </a:moveTo>
                <a:lnTo>
                  <a:pt x="170121" y="0"/>
                </a:lnTo>
                <a:lnTo>
                  <a:pt x="170121" y="174483"/>
                </a:lnTo>
                <a:lnTo>
                  <a:pt x="0" y="174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080268" y="1543826"/>
            <a:ext cx="2211846" cy="414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7149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9268" y="155147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97780" y="299564"/>
            <a:ext cx="1967716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Caffeine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042" y="98586"/>
            <a:ext cx="559480" cy="38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10.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07691" y="870606"/>
            <a:ext cx="694789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Caffeine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1,3,7-Trimethyl-3,7-dihydro-1H-purine-2,6-dione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1484155" y="2828858"/>
            <a:ext cx="2594307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C₈H₁₀N₄O₂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23801" y="6272452"/>
            <a:ext cx="2115015" cy="38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C₈H₁₀N₄O₂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2235" y="7407276"/>
            <a:ext cx="3318147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Note: Caffeine has no condensed structural formula because it consists of a complex fused bicyclic ring system.</a:t>
            </a:r>
          </a:p>
        </p:txBody>
      </p:sp>
      <p:sp>
        <p:nvSpPr>
          <p:cNvPr id="36" name="Freeform 36"/>
          <p:cNvSpPr/>
          <p:nvPr/>
        </p:nvSpPr>
        <p:spPr>
          <a:xfrm>
            <a:off x="3143700" y="8457422"/>
            <a:ext cx="170121" cy="174483"/>
          </a:xfrm>
          <a:custGeom>
            <a:avLst/>
            <a:gdLst/>
            <a:ahLst/>
            <a:cxnLst/>
            <a:rect l="l" t="t" r="r" b="b"/>
            <a:pathLst>
              <a:path w="170121" h="174483">
                <a:moveTo>
                  <a:pt x="0" y="0"/>
                </a:moveTo>
                <a:lnTo>
                  <a:pt x="170120" y="0"/>
                </a:lnTo>
                <a:lnTo>
                  <a:pt x="170120" y="174483"/>
                </a:lnTo>
                <a:lnTo>
                  <a:pt x="0" y="174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311517" y="8464263"/>
            <a:ext cx="170121" cy="174483"/>
          </a:xfrm>
          <a:custGeom>
            <a:avLst/>
            <a:gdLst/>
            <a:ahLst/>
            <a:cxnLst/>
            <a:rect l="l" t="t" r="r" b="b"/>
            <a:pathLst>
              <a:path w="170121" h="174483">
                <a:moveTo>
                  <a:pt x="0" y="0"/>
                </a:moveTo>
                <a:lnTo>
                  <a:pt x="170121" y="0"/>
                </a:lnTo>
                <a:lnTo>
                  <a:pt x="170121" y="174483"/>
                </a:lnTo>
                <a:lnTo>
                  <a:pt x="0" y="174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7742766" y="8448111"/>
            <a:ext cx="170121" cy="174483"/>
          </a:xfrm>
          <a:custGeom>
            <a:avLst/>
            <a:gdLst/>
            <a:ahLst/>
            <a:cxnLst/>
            <a:rect l="l" t="t" r="r" b="b"/>
            <a:pathLst>
              <a:path w="170121" h="174483">
                <a:moveTo>
                  <a:pt x="0" y="0"/>
                </a:moveTo>
                <a:lnTo>
                  <a:pt x="170121" y="0"/>
                </a:lnTo>
                <a:lnTo>
                  <a:pt x="170121" y="174483"/>
                </a:lnTo>
                <a:lnTo>
                  <a:pt x="0" y="174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443</Words>
  <Application>Microsoft Office PowerPoint</Application>
  <PresentationFormat>Custom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Georgia Pro</vt:lpstr>
      <vt:lpstr>Arial</vt:lpstr>
      <vt:lpstr>Abril Fatface</vt:lpstr>
      <vt:lpstr>Calibri</vt:lpstr>
      <vt:lpstr>Chewy</vt:lpstr>
      <vt:lpstr>Georgia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Lewis Structure</dc:title>
  <cp:lastModifiedBy>Tresha Mae Madrid</cp:lastModifiedBy>
  <cp:revision>2</cp:revision>
  <dcterms:created xsi:type="dcterms:W3CDTF">2006-08-16T00:00:00Z</dcterms:created>
  <dcterms:modified xsi:type="dcterms:W3CDTF">2026-10-17T11:55:02Z</dcterms:modified>
  <dc:identifier>DAHXntrukIA</dc:identifier>
</cp:coreProperties>
</file>